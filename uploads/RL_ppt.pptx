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58" r:id="rId4"/>
    <p:sldId id="274" r:id="rId5"/>
    <p:sldId id="272" r:id="rId6"/>
    <p:sldId id="273" r:id="rId7"/>
    <p:sldId id="263" r:id="rId8"/>
    <p:sldId id="264" r:id="rId9"/>
    <p:sldId id="265" r:id="rId10"/>
    <p:sldId id="259" r:id="rId11"/>
    <p:sldId id="276" r:id="rId12"/>
    <p:sldId id="275" r:id="rId13"/>
    <p:sldId id="269" r:id="rId14"/>
    <p:sldId id="277" r:id="rId15"/>
    <p:sldId id="271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71A016-43D9-44F8-B958-A132F8446AF8}" v="27" dt="2025-12-30T05:41:41.23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KSHITH T" userId="3f7b9aa24cb8dcc2" providerId="LiveId" clId="{73876FB1-08EF-430E-9D20-00C01CC4F4AD}"/>
    <pc:docChg chg="undo custSel addSld delSld modSld sldOrd">
      <pc:chgData name="DEEKSHITH T" userId="3f7b9aa24cb8dcc2" providerId="LiveId" clId="{73876FB1-08EF-430E-9D20-00C01CC4F4AD}" dt="2025-12-30T05:41:55.648" v="819" actId="1076"/>
      <pc:docMkLst>
        <pc:docMk/>
      </pc:docMkLst>
      <pc:sldChg chg="modSp mod">
        <pc:chgData name="DEEKSHITH T" userId="3f7b9aa24cb8dcc2" providerId="LiveId" clId="{73876FB1-08EF-430E-9D20-00C01CC4F4AD}" dt="2025-12-30T04:31:58.475" v="74" actId="1076"/>
        <pc:sldMkLst>
          <pc:docMk/>
          <pc:sldMk cId="0" sldId="256"/>
        </pc:sldMkLst>
        <pc:spChg chg="mod">
          <ac:chgData name="DEEKSHITH T" userId="3f7b9aa24cb8dcc2" providerId="LiveId" clId="{73876FB1-08EF-430E-9D20-00C01CC4F4AD}" dt="2025-12-30T04:31:54.545" v="73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EEKSHITH T" userId="3f7b9aa24cb8dcc2" providerId="LiveId" clId="{73876FB1-08EF-430E-9D20-00C01CC4F4AD}" dt="2025-12-30T04:31:42.326" v="72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DEEKSHITH T" userId="3f7b9aa24cb8dcc2" providerId="LiveId" clId="{73876FB1-08EF-430E-9D20-00C01CC4F4AD}" dt="2025-12-30T04:31:58.475" v="74" actId="107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DEEKSHITH T" userId="3f7b9aa24cb8dcc2" providerId="LiveId" clId="{73876FB1-08EF-430E-9D20-00C01CC4F4AD}" dt="2025-12-30T05:29:33.080" v="604" actId="20577"/>
        <pc:sldMkLst>
          <pc:docMk/>
          <pc:sldMk cId="0" sldId="258"/>
        </pc:sldMkLst>
        <pc:graphicFrameChg chg="mod modGraphic">
          <ac:chgData name="DEEKSHITH T" userId="3f7b9aa24cb8dcc2" providerId="LiveId" clId="{73876FB1-08EF-430E-9D20-00C01CC4F4AD}" dt="2025-12-30T05:29:33.080" v="604" actId="20577"/>
          <ac:graphicFrameMkLst>
            <pc:docMk/>
            <pc:sldMk cId="0" sldId="258"/>
            <ac:graphicFrameMk id="7" creationId="{42A80005-F05D-7927-3338-FDE2E5E46620}"/>
          </ac:graphicFrameMkLst>
        </pc:graphicFrameChg>
      </pc:sldChg>
      <pc:sldChg chg="modSp mod ord">
        <pc:chgData name="DEEKSHITH T" userId="3f7b9aa24cb8dcc2" providerId="LiveId" clId="{73876FB1-08EF-430E-9D20-00C01CC4F4AD}" dt="2025-12-30T05:25:58.965" v="584" actId="1076"/>
        <pc:sldMkLst>
          <pc:docMk/>
          <pc:sldMk cId="0" sldId="259"/>
        </pc:sldMkLst>
        <pc:spChg chg="mod">
          <ac:chgData name="DEEKSHITH T" userId="3f7b9aa24cb8dcc2" providerId="LiveId" clId="{73876FB1-08EF-430E-9D20-00C01CC4F4AD}" dt="2025-12-30T05:16:21.140" v="512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DEEKSHITH T" userId="3f7b9aa24cb8dcc2" providerId="LiveId" clId="{73876FB1-08EF-430E-9D20-00C01CC4F4AD}" dt="2025-12-30T05:25:58.965" v="584" actId="1076"/>
          <ac:spMkLst>
            <pc:docMk/>
            <pc:sldMk cId="0" sldId="259"/>
            <ac:spMk id="6" creationId="{1BEE4B7D-0CD7-A388-B7C9-2886CA814EB1}"/>
          </ac:spMkLst>
        </pc:spChg>
      </pc:sldChg>
      <pc:sldChg chg="modSp mod">
        <pc:chgData name="DEEKSHITH T" userId="3f7b9aa24cb8dcc2" providerId="LiveId" clId="{73876FB1-08EF-430E-9D20-00C01CC4F4AD}" dt="2025-12-30T05:22:29.733" v="582" actId="1076"/>
        <pc:sldMkLst>
          <pc:docMk/>
          <pc:sldMk cId="0" sldId="263"/>
        </pc:sldMkLst>
        <pc:spChg chg="mod">
          <ac:chgData name="DEEKSHITH T" userId="3f7b9aa24cb8dcc2" providerId="LiveId" clId="{73876FB1-08EF-430E-9D20-00C01CC4F4AD}" dt="2025-12-30T05:22:29.733" v="582" actId="1076"/>
          <ac:spMkLst>
            <pc:docMk/>
            <pc:sldMk cId="0" sldId="263"/>
            <ac:spMk id="7" creationId="{94C6B610-3733-D95F-DD8C-B71D58A3F3E2}"/>
          </ac:spMkLst>
        </pc:spChg>
      </pc:sldChg>
      <pc:sldChg chg="modSp mod">
        <pc:chgData name="DEEKSHITH T" userId="3f7b9aa24cb8dcc2" providerId="LiveId" clId="{73876FB1-08EF-430E-9D20-00C01CC4F4AD}" dt="2025-12-30T05:22:22.607" v="581" actId="1076"/>
        <pc:sldMkLst>
          <pc:docMk/>
          <pc:sldMk cId="0" sldId="264"/>
        </pc:sldMkLst>
        <pc:spChg chg="mod">
          <ac:chgData name="DEEKSHITH T" userId="3f7b9aa24cb8dcc2" providerId="LiveId" clId="{73876FB1-08EF-430E-9D20-00C01CC4F4AD}" dt="2025-12-30T05:22:22.607" v="581" actId="1076"/>
          <ac:spMkLst>
            <pc:docMk/>
            <pc:sldMk cId="0" sldId="264"/>
            <ac:spMk id="7" creationId="{6A68B7A3-66CF-B0A0-01D7-3E39BF7BD7CF}"/>
          </ac:spMkLst>
        </pc:spChg>
      </pc:sldChg>
      <pc:sldChg chg="modSp mod">
        <pc:chgData name="DEEKSHITH T" userId="3f7b9aa24cb8dcc2" providerId="LiveId" clId="{73876FB1-08EF-430E-9D20-00C01CC4F4AD}" dt="2025-12-30T05:22:14.635" v="580" actId="1076"/>
        <pc:sldMkLst>
          <pc:docMk/>
          <pc:sldMk cId="0" sldId="265"/>
        </pc:sldMkLst>
        <pc:spChg chg="mod">
          <ac:chgData name="DEEKSHITH T" userId="3f7b9aa24cb8dcc2" providerId="LiveId" clId="{73876FB1-08EF-430E-9D20-00C01CC4F4AD}" dt="2025-12-30T05:22:14.635" v="580" actId="1076"/>
          <ac:spMkLst>
            <pc:docMk/>
            <pc:sldMk cId="0" sldId="265"/>
            <ac:spMk id="7" creationId="{F6C4D917-37E2-FA90-DD47-E2C12E01F202}"/>
          </ac:spMkLst>
        </pc:spChg>
      </pc:sldChg>
      <pc:sldChg chg="new del">
        <pc:chgData name="DEEKSHITH T" userId="3f7b9aa24cb8dcc2" providerId="LiveId" clId="{73876FB1-08EF-430E-9D20-00C01CC4F4AD}" dt="2025-12-30T04:18:16.570" v="3" actId="2696"/>
        <pc:sldMkLst>
          <pc:docMk/>
          <pc:sldMk cId="295936695" sldId="272"/>
        </pc:sldMkLst>
      </pc:sldChg>
      <pc:sldChg chg="addSp delSp modSp add mod">
        <pc:chgData name="DEEKSHITH T" userId="3f7b9aa24cb8dcc2" providerId="LiveId" clId="{73876FB1-08EF-430E-9D20-00C01CC4F4AD}" dt="2025-12-30T04:20:51.674" v="41" actId="14100"/>
        <pc:sldMkLst>
          <pc:docMk/>
          <pc:sldMk cId="695333253" sldId="272"/>
        </pc:sldMkLst>
        <pc:spChg chg="mod">
          <ac:chgData name="DEEKSHITH T" userId="3f7b9aa24cb8dcc2" providerId="LiveId" clId="{73876FB1-08EF-430E-9D20-00C01CC4F4AD}" dt="2025-12-30T04:20:18.137" v="38" actId="20577"/>
          <ac:spMkLst>
            <pc:docMk/>
            <pc:sldMk cId="695333253" sldId="272"/>
            <ac:spMk id="2" creationId="{6C69E219-D7A5-6F4C-DAB8-483A5C6CF2E9}"/>
          </ac:spMkLst>
        </pc:spChg>
        <pc:spChg chg="del mod">
          <ac:chgData name="DEEKSHITH T" userId="3f7b9aa24cb8dcc2" providerId="LiveId" clId="{73876FB1-08EF-430E-9D20-00C01CC4F4AD}" dt="2025-12-30T04:19:37.476" v="12"/>
          <ac:spMkLst>
            <pc:docMk/>
            <pc:sldMk cId="695333253" sldId="272"/>
            <ac:spMk id="6" creationId="{8609D29F-12B5-3B64-A7E3-7CBDF85019BA}"/>
          </ac:spMkLst>
        </pc:spChg>
        <pc:picChg chg="add mod modCrop">
          <ac:chgData name="DEEKSHITH T" userId="3f7b9aa24cb8dcc2" providerId="LiveId" clId="{73876FB1-08EF-430E-9D20-00C01CC4F4AD}" dt="2025-12-30T04:20:51.674" v="41" actId="14100"/>
          <ac:picMkLst>
            <pc:docMk/>
            <pc:sldMk cId="695333253" sldId="272"/>
            <ac:picMk id="9" creationId="{A77C6BDC-0055-D0E5-6FF6-D3862E7BD979}"/>
          </ac:picMkLst>
        </pc:picChg>
      </pc:sldChg>
      <pc:sldChg chg="new del">
        <pc:chgData name="DEEKSHITH T" userId="3f7b9aa24cb8dcc2" providerId="LiveId" clId="{73876FB1-08EF-430E-9D20-00C01CC4F4AD}" dt="2025-12-30T04:18:08.739" v="1" actId="2696"/>
        <pc:sldMkLst>
          <pc:docMk/>
          <pc:sldMk cId="3521896591" sldId="272"/>
        </pc:sldMkLst>
      </pc:sldChg>
      <pc:sldChg chg="modSp add ord">
        <pc:chgData name="DEEKSHITH T" userId="3f7b9aa24cb8dcc2" providerId="LiveId" clId="{73876FB1-08EF-430E-9D20-00C01CC4F4AD}" dt="2025-12-30T05:30:02.544" v="607" actId="1076"/>
        <pc:sldMkLst>
          <pc:docMk/>
          <pc:sldMk cId="1102353442" sldId="273"/>
        </pc:sldMkLst>
        <pc:spChg chg="mod">
          <ac:chgData name="DEEKSHITH T" userId="3f7b9aa24cb8dcc2" providerId="LiveId" clId="{73876FB1-08EF-430E-9D20-00C01CC4F4AD}" dt="2025-12-30T05:30:02.544" v="607" actId="1076"/>
          <ac:spMkLst>
            <pc:docMk/>
            <pc:sldMk cId="1102353442" sldId="273"/>
            <ac:spMk id="6" creationId="{FFEB84D0-536E-96B0-8DDB-808AC7F3C119}"/>
          </ac:spMkLst>
        </pc:spChg>
      </pc:sldChg>
      <pc:sldChg chg="addSp delSp modSp add mod">
        <pc:chgData name="DEEKSHITH T" userId="3f7b9aa24cb8dcc2" providerId="LiveId" clId="{73876FB1-08EF-430E-9D20-00C01CC4F4AD}" dt="2025-12-30T05:29:43.487" v="605" actId="1076"/>
        <pc:sldMkLst>
          <pc:docMk/>
          <pc:sldMk cId="3109195568" sldId="274"/>
        </pc:sldMkLst>
        <pc:spChg chg="mod">
          <ac:chgData name="DEEKSHITH T" userId="3f7b9aa24cb8dcc2" providerId="LiveId" clId="{73876FB1-08EF-430E-9D20-00C01CC4F4AD}" dt="2025-12-30T04:42:58.880" v="439" actId="20577"/>
          <ac:spMkLst>
            <pc:docMk/>
            <pc:sldMk cId="3109195568" sldId="274"/>
            <ac:spMk id="2" creationId="{F6B8D961-84E3-3D9E-3751-207A7A89746F}"/>
          </ac:spMkLst>
        </pc:spChg>
        <pc:spChg chg="del mod">
          <ac:chgData name="DEEKSHITH T" userId="3f7b9aa24cb8dcc2" providerId="LiveId" clId="{73876FB1-08EF-430E-9D20-00C01CC4F4AD}" dt="2025-12-30T04:35:30.497" v="92"/>
          <ac:spMkLst>
            <pc:docMk/>
            <pc:sldMk cId="3109195568" sldId="274"/>
            <ac:spMk id="6" creationId="{F02F26E1-D70C-9A1A-6532-1F453F21AACC}"/>
          </ac:spMkLst>
        </pc:spChg>
        <pc:spChg chg="add del mod">
          <ac:chgData name="DEEKSHITH T" userId="3f7b9aa24cb8dcc2" providerId="LiveId" clId="{73876FB1-08EF-430E-9D20-00C01CC4F4AD}" dt="2025-12-30T04:35:30.498" v="94"/>
          <ac:spMkLst>
            <pc:docMk/>
            <pc:sldMk cId="3109195568" sldId="274"/>
            <ac:spMk id="7" creationId="{6C8301B9-0FE9-7F6E-3A24-D6261CE3F9AA}"/>
          </ac:spMkLst>
        </pc:spChg>
        <pc:spChg chg="add del mod">
          <ac:chgData name="DEEKSHITH T" userId="3f7b9aa24cb8dcc2" providerId="LiveId" clId="{73876FB1-08EF-430E-9D20-00C01CC4F4AD}" dt="2025-12-30T04:35:30.499" v="98"/>
          <ac:spMkLst>
            <pc:docMk/>
            <pc:sldMk cId="3109195568" sldId="274"/>
            <ac:spMk id="10" creationId="{34106988-68A9-8DBB-C215-1A91710A0DBD}"/>
          </ac:spMkLst>
        </pc:spChg>
        <pc:spChg chg="add del mod">
          <ac:chgData name="DEEKSHITH T" userId="3f7b9aa24cb8dcc2" providerId="LiveId" clId="{73876FB1-08EF-430E-9D20-00C01CC4F4AD}" dt="2025-12-30T04:35:30.499" v="96"/>
          <ac:spMkLst>
            <pc:docMk/>
            <pc:sldMk cId="3109195568" sldId="274"/>
            <ac:spMk id="11" creationId="{54288411-E170-0A00-68AE-A1C88ED95FF1}"/>
          </ac:spMkLst>
        </pc:spChg>
        <pc:spChg chg="add mod">
          <ac:chgData name="DEEKSHITH T" userId="3f7b9aa24cb8dcc2" providerId="LiveId" clId="{73876FB1-08EF-430E-9D20-00C01CC4F4AD}" dt="2025-12-30T05:29:43.487" v="605" actId="1076"/>
          <ac:spMkLst>
            <pc:docMk/>
            <pc:sldMk cId="3109195568" sldId="274"/>
            <ac:spMk id="13" creationId="{9AFCCFCA-7C07-9E49-257A-5BCFA216879A}"/>
          </ac:spMkLst>
        </pc:spChg>
        <pc:spChg chg="add mod">
          <ac:chgData name="DEEKSHITH T" userId="3f7b9aa24cb8dcc2" providerId="LiveId" clId="{73876FB1-08EF-430E-9D20-00C01CC4F4AD}" dt="2025-12-30T04:42:18.557" v="408" actId="20577"/>
          <ac:spMkLst>
            <pc:docMk/>
            <pc:sldMk cId="3109195568" sldId="274"/>
            <ac:spMk id="14" creationId="{6D3E5458-703F-2254-788D-2CA6D471D3D2}"/>
          </ac:spMkLst>
        </pc:spChg>
        <pc:spChg chg="add mod">
          <ac:chgData name="DEEKSHITH T" userId="3f7b9aa24cb8dcc2" providerId="LiveId" clId="{73876FB1-08EF-430E-9D20-00C01CC4F4AD}" dt="2025-12-30T04:40:23.498" v="266" actId="20577"/>
          <ac:spMkLst>
            <pc:docMk/>
            <pc:sldMk cId="3109195568" sldId="274"/>
            <ac:spMk id="15" creationId="{D2916566-0C4D-47C3-B43D-85E5FA2E5402}"/>
          </ac:spMkLst>
        </pc:spChg>
        <pc:spChg chg="add mod">
          <ac:chgData name="DEEKSHITH T" userId="3f7b9aa24cb8dcc2" providerId="LiveId" clId="{73876FB1-08EF-430E-9D20-00C01CC4F4AD}" dt="2025-12-30T04:41:47.205" v="366" actId="20577"/>
          <ac:spMkLst>
            <pc:docMk/>
            <pc:sldMk cId="3109195568" sldId="274"/>
            <ac:spMk id="16" creationId="{BBB07911-43ED-D0ED-C818-536B1118519E}"/>
          </ac:spMkLst>
        </pc:spChg>
        <pc:spChg chg="add mod">
          <ac:chgData name="DEEKSHITH T" userId="3f7b9aa24cb8dcc2" providerId="LiveId" clId="{73876FB1-08EF-430E-9D20-00C01CC4F4AD}" dt="2025-12-30T04:41:07.662" v="304" actId="20577"/>
          <ac:spMkLst>
            <pc:docMk/>
            <pc:sldMk cId="3109195568" sldId="274"/>
            <ac:spMk id="17" creationId="{8AAFD5E8-0D93-15C3-C22F-0694241C06C7}"/>
          </ac:spMkLst>
        </pc:spChg>
        <pc:spChg chg="add mod">
          <ac:chgData name="DEEKSHITH T" userId="3f7b9aa24cb8dcc2" providerId="LiveId" clId="{73876FB1-08EF-430E-9D20-00C01CC4F4AD}" dt="2025-12-30T04:40:39.889" v="267" actId="20577"/>
          <ac:spMkLst>
            <pc:docMk/>
            <pc:sldMk cId="3109195568" sldId="274"/>
            <ac:spMk id="18" creationId="{649A7FB5-D148-584A-ADBB-731050C9787B}"/>
          </ac:spMkLst>
        </pc:spChg>
        <pc:cxnChg chg="add mod">
          <ac:chgData name="DEEKSHITH T" userId="3f7b9aa24cb8dcc2" providerId="LiveId" clId="{73876FB1-08EF-430E-9D20-00C01CC4F4AD}" dt="2025-12-30T04:38:40.217" v="130" actId="1076"/>
          <ac:cxnSpMkLst>
            <pc:docMk/>
            <pc:sldMk cId="3109195568" sldId="274"/>
            <ac:cxnSpMk id="19" creationId="{83E1FF7C-4914-5E66-C9D0-9F259669A346}"/>
          </ac:cxnSpMkLst>
        </pc:cxnChg>
        <pc:cxnChg chg="add mod">
          <ac:chgData name="DEEKSHITH T" userId="3f7b9aa24cb8dcc2" providerId="LiveId" clId="{73876FB1-08EF-430E-9D20-00C01CC4F4AD}" dt="2025-12-30T04:38:37.675" v="129" actId="1076"/>
          <ac:cxnSpMkLst>
            <pc:docMk/>
            <pc:sldMk cId="3109195568" sldId="274"/>
            <ac:cxnSpMk id="20" creationId="{C2B5446C-E5DF-ACFD-4EAA-E34E2CDB8E58}"/>
          </ac:cxnSpMkLst>
        </pc:cxnChg>
        <pc:cxnChg chg="add mod">
          <ac:chgData name="DEEKSHITH T" userId="3f7b9aa24cb8dcc2" providerId="LiveId" clId="{73876FB1-08EF-430E-9D20-00C01CC4F4AD}" dt="2025-12-30T04:38:31.323" v="128" actId="1076"/>
          <ac:cxnSpMkLst>
            <pc:docMk/>
            <pc:sldMk cId="3109195568" sldId="274"/>
            <ac:cxnSpMk id="21" creationId="{CEA5645A-42F6-A681-90F6-A38C3A3071EF}"/>
          </ac:cxnSpMkLst>
        </pc:cxnChg>
        <pc:cxnChg chg="add mod">
          <ac:chgData name="DEEKSHITH T" userId="3f7b9aa24cb8dcc2" providerId="LiveId" clId="{73876FB1-08EF-430E-9D20-00C01CC4F4AD}" dt="2025-12-30T04:38:28.157" v="127" actId="1076"/>
          <ac:cxnSpMkLst>
            <pc:docMk/>
            <pc:sldMk cId="3109195568" sldId="274"/>
            <ac:cxnSpMk id="22" creationId="{DA4A8A96-7BB8-EF25-FFFE-9B4D21617155}"/>
          </ac:cxnSpMkLst>
        </pc:cxnChg>
      </pc:sldChg>
      <pc:sldChg chg="modSp add mod">
        <pc:chgData name="DEEKSHITH T" userId="3f7b9aa24cb8dcc2" providerId="LiveId" clId="{73876FB1-08EF-430E-9D20-00C01CC4F4AD}" dt="2025-12-30T05:26:05.929" v="585" actId="255"/>
        <pc:sldMkLst>
          <pc:docMk/>
          <pc:sldMk cId="2479049081" sldId="275"/>
        </pc:sldMkLst>
        <pc:spChg chg="mod">
          <ac:chgData name="DEEKSHITH T" userId="3f7b9aa24cb8dcc2" providerId="LiveId" clId="{73876FB1-08EF-430E-9D20-00C01CC4F4AD}" dt="2025-12-30T05:21:23.223" v="575" actId="1076"/>
          <ac:spMkLst>
            <pc:docMk/>
            <pc:sldMk cId="2479049081" sldId="275"/>
            <ac:spMk id="2" creationId="{666FE065-D125-AF66-9EEE-510A227FDFDE}"/>
          </ac:spMkLst>
        </pc:spChg>
        <pc:spChg chg="mod">
          <ac:chgData name="DEEKSHITH T" userId="3f7b9aa24cb8dcc2" providerId="LiveId" clId="{73876FB1-08EF-430E-9D20-00C01CC4F4AD}" dt="2025-12-30T05:26:05.929" v="585" actId="255"/>
          <ac:spMkLst>
            <pc:docMk/>
            <pc:sldMk cId="2479049081" sldId="275"/>
            <ac:spMk id="6" creationId="{3D21EF2B-EE2A-B9F1-06A5-41792F64080D}"/>
          </ac:spMkLst>
        </pc:spChg>
      </pc:sldChg>
      <pc:sldChg chg="addSp delSp modSp add mod">
        <pc:chgData name="DEEKSHITH T" userId="3f7b9aa24cb8dcc2" providerId="LiveId" clId="{73876FB1-08EF-430E-9D20-00C01CC4F4AD}" dt="2025-12-30T05:41:55.648" v="819" actId="1076"/>
        <pc:sldMkLst>
          <pc:docMk/>
          <pc:sldMk cId="1339092517" sldId="276"/>
        </pc:sldMkLst>
        <pc:spChg chg="mod">
          <ac:chgData name="DEEKSHITH T" userId="3f7b9aa24cb8dcc2" providerId="LiveId" clId="{73876FB1-08EF-430E-9D20-00C01CC4F4AD}" dt="2025-12-30T05:37:29.396" v="726" actId="14100"/>
          <ac:spMkLst>
            <pc:docMk/>
            <pc:sldMk cId="1339092517" sldId="276"/>
            <ac:spMk id="2" creationId="{6EEF86F2-5AD1-86D2-8D1D-7D51D37E617C}"/>
          </ac:spMkLst>
        </pc:spChg>
        <pc:spChg chg="del mod">
          <ac:chgData name="DEEKSHITH T" userId="3f7b9aa24cb8dcc2" providerId="LiveId" clId="{73876FB1-08EF-430E-9D20-00C01CC4F4AD}" dt="2025-12-30T05:32:29.136" v="633"/>
          <ac:spMkLst>
            <pc:docMk/>
            <pc:sldMk cId="1339092517" sldId="276"/>
            <ac:spMk id="6" creationId="{45C7CC0A-1C52-2C0E-75BB-549D93BCB50F}"/>
          </ac:spMkLst>
        </pc:spChg>
        <pc:picChg chg="add del mod modCrop">
          <ac:chgData name="DEEKSHITH T" userId="3f7b9aa24cb8dcc2" providerId="LiveId" clId="{73876FB1-08EF-430E-9D20-00C01CC4F4AD}" dt="2025-12-30T05:31:04.626" v="615" actId="21"/>
          <ac:picMkLst>
            <pc:docMk/>
            <pc:sldMk cId="1339092517" sldId="276"/>
            <ac:picMk id="9" creationId="{5F2D3456-0850-1D18-5CD6-E50367087DD4}"/>
          </ac:picMkLst>
        </pc:picChg>
        <pc:picChg chg="add mod modCrop">
          <ac:chgData name="DEEKSHITH T" userId="3f7b9aa24cb8dcc2" providerId="LiveId" clId="{73876FB1-08EF-430E-9D20-00C01CC4F4AD}" dt="2025-12-30T05:36:17.423" v="687" actId="1076"/>
          <ac:picMkLst>
            <pc:docMk/>
            <pc:sldMk cId="1339092517" sldId="276"/>
            <ac:picMk id="11" creationId="{C36FE89D-B5BD-2885-FFB7-CDE54130C7C7}"/>
          </ac:picMkLst>
        </pc:picChg>
        <pc:picChg chg="add mod modCrop">
          <ac:chgData name="DEEKSHITH T" userId="3f7b9aa24cb8dcc2" providerId="LiveId" clId="{73876FB1-08EF-430E-9D20-00C01CC4F4AD}" dt="2025-12-30T05:36:37.797" v="691" actId="1076"/>
          <ac:picMkLst>
            <pc:docMk/>
            <pc:sldMk cId="1339092517" sldId="276"/>
            <ac:picMk id="13" creationId="{EDE2A422-A7EC-DD61-0AA9-B9B81C96CC5F}"/>
          </ac:picMkLst>
        </pc:picChg>
        <pc:picChg chg="add mod modCrop">
          <ac:chgData name="DEEKSHITH T" userId="3f7b9aa24cb8dcc2" providerId="LiveId" clId="{73876FB1-08EF-430E-9D20-00C01CC4F4AD}" dt="2025-12-30T05:41:55.648" v="819" actId="1076"/>
          <ac:picMkLst>
            <pc:docMk/>
            <pc:sldMk cId="1339092517" sldId="276"/>
            <ac:picMk id="15" creationId="{64F64045-E9EF-2150-562D-28E167DF1FCB}"/>
          </ac:picMkLst>
        </pc:picChg>
      </pc:sldChg>
      <pc:sldChg chg="modSp add mod">
        <pc:chgData name="DEEKSHITH T" userId="3f7b9aa24cb8dcc2" providerId="LiveId" clId="{73876FB1-08EF-430E-9D20-00C01CC4F4AD}" dt="2025-12-30T05:41:45.226" v="818" actId="113"/>
        <pc:sldMkLst>
          <pc:docMk/>
          <pc:sldMk cId="2784940696" sldId="277"/>
        </pc:sldMkLst>
        <pc:spChg chg="mod">
          <ac:chgData name="DEEKSHITH T" userId="3f7b9aa24cb8dcc2" providerId="LiveId" clId="{73876FB1-08EF-430E-9D20-00C01CC4F4AD}" dt="2025-12-30T05:40:32.669" v="753" actId="20577"/>
          <ac:spMkLst>
            <pc:docMk/>
            <pc:sldMk cId="2784940696" sldId="277"/>
            <ac:spMk id="2" creationId="{AECC332F-5D55-E731-9AF5-4A8B75A3C839}"/>
          </ac:spMkLst>
        </pc:spChg>
        <pc:spChg chg="mod">
          <ac:chgData name="DEEKSHITH T" userId="3f7b9aa24cb8dcc2" providerId="LiveId" clId="{73876FB1-08EF-430E-9D20-00C01CC4F4AD}" dt="2025-12-30T05:41:45.226" v="818" actId="113"/>
          <ac:spMkLst>
            <pc:docMk/>
            <pc:sldMk cId="2784940696" sldId="277"/>
            <ac:spMk id="9" creationId="{BDC746A9-6A69-9D11-D1F9-A2F3CCDEEA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68A44-13DB-4884-A639-B3416754941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54DAB-2987-40CC-8D1F-029B5D9B8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76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54DAB-2987-40CC-8D1F-029B5D9B85F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584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5049" y="250733"/>
            <a:ext cx="7501900" cy="899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4668" y="1548430"/>
            <a:ext cx="8976995" cy="3247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jpg"/><Relationship Id="rId5" Type="http://schemas.openxmlformats.org/officeDocument/2006/relationships/tags" Target="../tags/tag5.xml"/><Relationship Id="rId10" Type="http://schemas.openxmlformats.org/officeDocument/2006/relationships/image" Target="../media/image1.jp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94331" y="4933547"/>
            <a:ext cx="3569855" cy="1282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Presented by: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T. </a:t>
            </a:r>
            <a:r>
              <a:rPr lang="en-IN" sz="2000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Deekshtith</a:t>
            </a: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 (192472253)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S. Nikhil (192472279)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B. Charan Kumar Reddy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7555" y="328508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8200" y="1214039"/>
            <a:ext cx="10515600" cy="3172663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804545" algn="ctr">
              <a:lnSpc>
                <a:spcPct val="100000"/>
              </a:lnSpc>
              <a:spcBef>
                <a:spcPts val="1040"/>
              </a:spcBef>
            </a:pPr>
            <a:endParaRPr lang="en-US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R="804545" algn="ctr">
              <a:lnSpc>
                <a:spcPct val="100000"/>
              </a:lnSpc>
              <a:spcBef>
                <a:spcPts val="1040"/>
              </a:spcBef>
            </a:pPr>
            <a:r>
              <a:rPr sz="2800" dirty="0">
                <a:solidFill>
                  <a:schemeClr val="tx1"/>
                </a:solidFill>
                <a:latin typeface="Times New Roman"/>
                <a:cs typeface="Times New Roman"/>
              </a:rPr>
              <a:t>Capstone</a:t>
            </a:r>
            <a:r>
              <a:rPr sz="2800" spc="-4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chemeClr val="tx1"/>
                </a:solidFill>
                <a:latin typeface="Times New Roman"/>
                <a:cs typeface="Times New Roman"/>
              </a:rPr>
              <a:t>project</a:t>
            </a:r>
            <a:r>
              <a:rPr sz="2800" spc="-3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Times New Roman"/>
                <a:cs typeface="Times New Roman"/>
              </a:rPr>
              <a:t>presentation</a:t>
            </a:r>
            <a:endParaRPr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R="633095" algn="ctr">
              <a:lnSpc>
                <a:spcPct val="150000"/>
              </a:lnSpc>
              <a:spcBef>
                <a:spcPts val="1070"/>
              </a:spcBef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Grid Load Control using Reinforcement Learning</a:t>
            </a:r>
          </a:p>
          <a:p>
            <a:pPr marL="12065" marR="5080" algn="ctr">
              <a:spcBef>
                <a:spcPts val="35"/>
              </a:spcBef>
            </a:pPr>
            <a:r>
              <a:rPr lang="en-IN" sz="2400" b="1" spc="-40" dirty="0">
                <a:solidFill>
                  <a:schemeClr val="tx2"/>
                </a:solidFill>
                <a:latin typeface="Times New Roman"/>
                <a:cs typeface="Times New Roman"/>
              </a:rPr>
              <a:t>MLA0310</a:t>
            </a:r>
            <a:r>
              <a:rPr sz="2400" b="1" spc="-4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chemeClr val="tx2"/>
                </a:solidFill>
                <a:latin typeface="Times New Roman"/>
                <a:cs typeface="Times New Roman"/>
              </a:rPr>
              <a:t>–</a:t>
            </a:r>
            <a:r>
              <a:rPr lang="en-US" sz="2800" b="1" dirty="0">
                <a:solidFill>
                  <a:schemeClr val="tx2"/>
                </a:solidFill>
                <a:latin typeface="Times New Roman"/>
                <a:cs typeface="Times New Roman"/>
              </a:rPr>
              <a:t>Reinforcement Learning for Real Life Application </a:t>
            </a:r>
            <a:endParaRPr sz="2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8755" y="4933547"/>
            <a:ext cx="3297239" cy="13003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Guided</a:t>
            </a:r>
            <a:r>
              <a:rPr lang="en-US" b="1" spc="-114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By:</a:t>
            </a:r>
          </a:p>
          <a:p>
            <a:pPr marL="12700">
              <a:spcBef>
                <a:spcPts val="100"/>
              </a:spcBef>
            </a:pPr>
            <a:r>
              <a:rPr lang="en-US" sz="2000" spc="-25" dirty="0">
                <a:latin typeface="Times New Roman"/>
                <a:cs typeface="Times New Roman"/>
              </a:rPr>
              <a:t>Dr. Manimaran A</a:t>
            </a:r>
            <a:endParaRPr lang="en-US" sz="2000" b="1" spc="-25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-25" dirty="0">
                <a:latin typeface="Times New Roman"/>
                <a:cs typeface="Times New Roman"/>
              </a:rPr>
              <a:t>Dr. Amandeep </a:t>
            </a:r>
            <a:r>
              <a:rPr lang="en-US" sz="2000" spc="-25" dirty="0" err="1">
                <a:latin typeface="Times New Roman"/>
                <a:cs typeface="Times New Roman"/>
              </a:rPr>
              <a:t>singh</a:t>
            </a:r>
            <a:br>
              <a:rPr lang="en-US" sz="2400" spc="-25" dirty="0">
                <a:latin typeface="Times New Roman"/>
                <a:cs typeface="Times New Roman"/>
              </a:rPr>
            </a:b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81978" y="475651"/>
            <a:ext cx="40430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SIMATS</a:t>
            </a:r>
            <a:r>
              <a:rPr sz="2800" spc="-145" dirty="0"/>
              <a:t> </a:t>
            </a:r>
            <a:r>
              <a:rPr sz="2800" spc="-10" dirty="0"/>
              <a:t>ENGINEERING</a:t>
            </a:r>
            <a:endParaRPr sz="2800" dirty="0"/>
          </a:p>
        </p:txBody>
      </p:sp>
      <p:sp>
        <p:nvSpPr>
          <p:cNvPr id="9" name="object 9"/>
          <p:cNvSpPr txBox="1"/>
          <p:nvPr/>
        </p:nvSpPr>
        <p:spPr>
          <a:xfrm>
            <a:off x="3411443" y="996012"/>
            <a:ext cx="51860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SAVEETHA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MEDICAL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</a:t>
            </a:r>
            <a:r>
              <a:rPr sz="2000" b="1" spc="-10" dirty="0">
                <a:latin typeface="Times New Roman"/>
                <a:cs typeface="Times New Roman"/>
              </a:rPr>
              <a:t>TECHNICAL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2399" y="553534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204851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tx2"/>
                </a:solidFill>
              </a:rPr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F7D335-6F24-3B8E-9636-239BABBA4A03}"/>
              </a:ext>
            </a:extLst>
          </p:cNvPr>
          <p:cNvSpPr txBox="1"/>
          <p:nvPr/>
        </p:nvSpPr>
        <p:spPr>
          <a:xfrm>
            <a:off x="1219200" y="3886200"/>
            <a:ext cx="982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E8CAD47-2551-B68B-691A-5ECAAA42F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310A50-EDC6-DBAF-3A6E-518DF53E7E9C}"/>
              </a:ext>
            </a:extLst>
          </p:cNvPr>
          <p:cNvSpPr txBox="1"/>
          <p:nvPr/>
        </p:nvSpPr>
        <p:spPr>
          <a:xfrm>
            <a:off x="1492467" y="1706861"/>
            <a:ext cx="8713417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power systems must maintain a balance between electricity demand and supply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Sudden changes in demand can cause power shortages or energy wastage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control methods are rule-based and not adaptive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grids require intelligent and automated control systems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 enables systems to learn optimal control actions through experience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RL to automatically control electric grid load and maintain stability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3453" y="457443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24638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tx2"/>
                </a:solidFill>
              </a:rPr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A80005-F05D-7927-3338-FDE2E5E46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335526"/>
              </p:ext>
            </p:extLst>
          </p:nvPr>
        </p:nvGraphicFramePr>
        <p:xfrm>
          <a:off x="1130741" y="1854115"/>
          <a:ext cx="10143546" cy="446551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15890">
                  <a:extLst>
                    <a:ext uri="{9D8B030D-6E8A-4147-A177-3AD203B41FA5}">
                      <a16:colId xmlns:a16="http://schemas.microsoft.com/office/drawing/2014/main" val="2021679336"/>
                    </a:ext>
                  </a:extLst>
                </a:gridCol>
                <a:gridCol w="6727656">
                  <a:extLst>
                    <a:ext uri="{9D8B030D-6E8A-4147-A177-3AD203B41FA5}">
                      <a16:colId xmlns:a16="http://schemas.microsoft.com/office/drawing/2014/main" val="902587700"/>
                    </a:ext>
                  </a:extLst>
                </a:gridCol>
              </a:tblGrid>
              <a:tr h="455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935151"/>
                  </a:ext>
                </a:extLst>
              </a:tr>
              <a:tr h="8839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 simple electric grid control system that represents power demand, supply levels, in a simulated environment.</a:t>
                      </a: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486431"/>
                  </a:ext>
                </a:extLst>
              </a:tr>
              <a:tr h="887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demand and supply data into the system using Python to simulate real-time grid conditions for learning and control.</a:t>
                      </a: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22360"/>
                  </a:ext>
                </a:extLst>
              </a:tr>
              <a:tr h="8307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a Reinforcement Learning (Q-learning) algorithm to automatically adjust power supply based on changing demand.</a:t>
                      </a: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086542"/>
                  </a:ext>
                </a:extLst>
              </a:tr>
              <a:tr h="6199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&amp; Test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the RL agent using multiple learning episodes.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890089"/>
                  </a:ext>
                </a:extLst>
              </a:tr>
              <a:tr h="787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system performance by comparing demand and supply using visual graphs to measure grid stability and efficiency.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6141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8FCF18F-A9AE-A81E-8BCD-68AB13314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6B8D961-84E3-3D9E-3751-207A7A897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3451" y="605274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chemeClr val="tx2"/>
                </a:solidFill>
              </a:rPr>
              <a:t>METHODOLOGY</a:t>
            </a:r>
            <a:endParaRPr spc="-10" dirty="0">
              <a:solidFill>
                <a:schemeClr val="tx2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794EB09-5983-3F57-BDAF-E6D5B56C24D0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364FADD1-5920-C79C-5BC8-30AAE24A9BAC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F5915CD-7494-0EAA-1AAE-2E84F243D97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BACCA34-EE66-00F3-EB9D-237222CE8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FCCFCA-7C07-9E49-257A-5BCFA216879A}"/>
              </a:ext>
            </a:extLst>
          </p:cNvPr>
          <p:cNvSpPr txBox="1"/>
          <p:nvPr/>
        </p:nvSpPr>
        <p:spPr>
          <a:xfrm>
            <a:off x="887909" y="1900207"/>
            <a:ext cx="750190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grid load control as an MDP (states, actions, rewards).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 Modeling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a grid simulation incorporating demand patterns, renewable uncertainty, and operational limits.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RL Algorithm Selection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suitable RL methods 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e.g.Multi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-Agent RL) based on action space and grid scale.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Exploration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agents using historical and simulated data with safe exploration to avoid grid instability.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Deployment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with real-time monitoring and retraining.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6D3E5458-703F-2254-788D-2CA6D471D3D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560891" y="1900207"/>
            <a:ext cx="2743200" cy="64008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Formulation</a:t>
            </a: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D2916566-0C4D-47C3-B43D-85E5FA2E540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560891" y="4480391"/>
            <a:ext cx="2743200" cy="64008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en-US" altLang="en-US" dirty="0">
                <a:solidFill>
                  <a:schemeClr val="tx1"/>
                </a:solidFill>
              </a:rPr>
              <a:t> 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Training &amp; Exploration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BBB07911-43ED-D0ED-C818-536B111851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560891" y="2761101"/>
            <a:ext cx="2743200" cy="64008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Environment Modeling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8AAFD5E8-0D93-15C3-C22F-0694241C06C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560891" y="3598780"/>
            <a:ext cx="2743200" cy="64008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RL Algorithm selection</a:t>
            </a:r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649A7FB5-D148-584A-ADBB-731050C9787B}"/>
              </a:ext>
            </a:extLst>
          </p:cNvPr>
          <p:cNvSpPr/>
          <p:nvPr/>
        </p:nvSpPr>
        <p:spPr>
          <a:xfrm>
            <a:off x="8560891" y="5362314"/>
            <a:ext cx="2743200" cy="64008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Deployment &amp; Evaluation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E1FF7C-4914-5E66-C9D0-9F259669A346}"/>
              </a:ext>
            </a:extLst>
          </p:cNvPr>
          <p:cNvCxnSpPr>
            <a:stCxn id="14" idx="2"/>
            <a:endCxn id="16" idx="0"/>
          </p:cNvCxnSpPr>
          <p:nvPr>
            <p:custDataLst>
              <p:tags r:id="rId5"/>
            </p:custDataLst>
          </p:nvPr>
        </p:nvCxnSpPr>
        <p:spPr>
          <a:xfrm>
            <a:off x="9932491" y="2540287"/>
            <a:ext cx="0" cy="2208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B5446C-E5DF-ACFD-4EAA-E34E2CDB8E58}"/>
              </a:ext>
            </a:extLst>
          </p:cNvPr>
          <p:cNvCxnSpPr>
            <a:stCxn id="16" idx="2"/>
            <a:endCxn id="17" idx="0"/>
          </p:cNvCxnSpPr>
          <p:nvPr>
            <p:custDataLst>
              <p:tags r:id="rId6"/>
            </p:custDataLst>
          </p:nvPr>
        </p:nvCxnSpPr>
        <p:spPr>
          <a:xfrm>
            <a:off x="9932491" y="3401181"/>
            <a:ext cx="0" cy="1975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A5645A-42F6-A681-90F6-A38C3A3071EF}"/>
              </a:ext>
            </a:extLst>
          </p:cNvPr>
          <p:cNvCxnSpPr>
            <a:stCxn id="17" idx="2"/>
            <a:endCxn id="15" idx="0"/>
          </p:cNvCxnSpPr>
          <p:nvPr>
            <p:custDataLst>
              <p:tags r:id="rId7"/>
            </p:custDataLst>
          </p:nvPr>
        </p:nvCxnSpPr>
        <p:spPr>
          <a:xfrm>
            <a:off x="9932491" y="4238860"/>
            <a:ext cx="0" cy="2415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4A8A96-7BB8-EF25-FFFE-9B4D21617155}"/>
              </a:ext>
            </a:extLst>
          </p:cNvPr>
          <p:cNvCxnSpPr>
            <a:stCxn id="15" idx="2"/>
            <a:endCxn id="18" idx="0"/>
          </p:cNvCxnSpPr>
          <p:nvPr>
            <p:custDataLst>
              <p:tags r:id="rId8"/>
            </p:custDataLst>
          </p:nvPr>
        </p:nvCxnSpPr>
        <p:spPr>
          <a:xfrm>
            <a:off x="9932491" y="5120471"/>
            <a:ext cx="0" cy="24184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195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1779BD-D01E-CC55-36B0-642543DC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69E219-D7A5-6F4C-DAB8-483A5C6CF2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3451" y="605274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chemeClr val="tx2"/>
                </a:solidFill>
              </a:rPr>
              <a:t>SYSTEM ARCHITECTURE</a:t>
            </a:r>
            <a:endParaRPr spc="-10" dirty="0">
              <a:solidFill>
                <a:schemeClr val="tx2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436CDFE-A062-044B-95E0-FD4072C797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13E533FF-CFCE-F3D1-711B-ADED7384C52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7B485B23-B3B6-C504-FFF9-36F4BB677B9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D921459-4DE2-328F-4498-575A1A036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7C6BDC-0055-D0E5-6FF6-D3862E7BD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" t="2140" r="645" b="16776"/>
          <a:stretch>
            <a:fillRect/>
          </a:stretch>
        </p:blipFill>
        <p:spPr>
          <a:xfrm>
            <a:off x="934065" y="1796678"/>
            <a:ext cx="10370026" cy="468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33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7E6FB2-2E8E-8DF9-8A1C-A51F43055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707842-9ADB-1016-5CBC-F1BBC34F1B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3451" y="605274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PROBLEM</a:t>
            </a:r>
            <a:r>
              <a:rPr spc="-200" dirty="0">
                <a:solidFill>
                  <a:schemeClr val="tx2"/>
                </a:solidFill>
              </a:rPr>
              <a:t> </a:t>
            </a:r>
            <a:r>
              <a:rPr spc="-10" dirty="0">
                <a:solidFill>
                  <a:schemeClr val="tx2"/>
                </a:solidFill>
              </a:rPr>
              <a:t>STATEMENT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C7B48BE-CD37-DCAF-1234-5CC96FC174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C232B275-C8FA-C747-4D3C-ABBBB966510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7FB37EB3-3EC4-57E8-8E96-C1E4E3E1811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FEB84D0-536E-96B0-8DDB-808AC7F3C11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92467" y="2155998"/>
            <a:ext cx="9021764" cy="3384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grids must continuously balance power generation and consumption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Sudden changes in electricity demand cause overloading or power shortages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grid control methods are rule-based and lack adaptability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and static control leads to energy wastage and instability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Increasing use of renewable energy makes load management more complex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intelligent, automated system to control grid load efficiently</a:t>
            </a:r>
          </a:p>
          <a:p>
            <a:pPr lvl="1" algn="l">
              <a:lnSpc>
                <a:spcPct val="200000"/>
              </a:lnSpc>
            </a:pP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BFDA674-1048-1547-F8CA-1E8FFF1D4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35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423219" y="263159"/>
            <a:ext cx="12344400" cy="1199815"/>
          </a:xfrm>
          <a:prstGeom prst="rect">
            <a:avLst/>
          </a:prstGeom>
        </p:spPr>
        <p:txBody>
          <a:bodyPr vert="horz" wrap="square" lIns="0" tIns="334771" rIns="0" bIns="0" rtlCol="0">
            <a:spAutoFit/>
          </a:bodyPr>
          <a:lstStyle/>
          <a:p>
            <a:pPr marL="2565400" algn="ctr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MODULE</a:t>
            </a:r>
            <a:r>
              <a:rPr sz="2800" spc="-90" dirty="0"/>
              <a:t> </a:t>
            </a:r>
            <a:r>
              <a:rPr lang="en-IN" sz="2800" dirty="0"/>
              <a:t>–</a:t>
            </a:r>
            <a:r>
              <a:rPr sz="2800" spc="-85" dirty="0"/>
              <a:t> </a:t>
            </a:r>
            <a:r>
              <a:rPr sz="2800" spc="-50" dirty="0"/>
              <a:t>1</a:t>
            </a:r>
            <a:br>
              <a:rPr lang="en-IN" sz="2800" spc="-50" dirty="0">
                <a:solidFill>
                  <a:schemeClr val="tx2"/>
                </a:solidFill>
              </a:rPr>
            </a:br>
            <a:r>
              <a:rPr lang="en-IN" sz="2800" dirty="0">
                <a:solidFill>
                  <a:schemeClr val="tx2"/>
                </a:solidFill>
              </a:rPr>
              <a:t>Grid Environment Simulation</a:t>
            </a:r>
            <a:endParaRPr sz="2400" b="0" spc="-50" dirty="0">
              <a:solidFill>
                <a:schemeClr val="tx2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6B610-3733-D95F-DD8C-B71D58A3F3E2}"/>
              </a:ext>
            </a:extLst>
          </p:cNvPr>
          <p:cNvSpPr txBox="1"/>
          <p:nvPr/>
        </p:nvSpPr>
        <p:spPr>
          <a:xfrm>
            <a:off x="1492467" y="1822350"/>
            <a:ext cx="10155752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the electric grid by representing power demand and supply conditions.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electricity demand levels and maintains current power supply state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load imbalance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Responds to control actions (increase/decrease/hold)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grid state (demand, supply, imbalance)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38478" y="263159"/>
            <a:ext cx="12672848" cy="1199815"/>
          </a:xfrm>
          <a:prstGeom prst="rect">
            <a:avLst/>
          </a:prstGeom>
        </p:spPr>
        <p:txBody>
          <a:bodyPr vert="horz" wrap="square" lIns="0" tIns="334771" rIns="0" bIns="0" rtlCol="0">
            <a:spAutoFit/>
          </a:bodyPr>
          <a:lstStyle/>
          <a:p>
            <a:pPr marL="2565400" algn="ctr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MODULE</a:t>
            </a:r>
            <a:r>
              <a:rPr sz="2800" spc="-90" dirty="0"/>
              <a:t> </a:t>
            </a:r>
            <a:r>
              <a:rPr lang="en-IN" sz="2800" dirty="0"/>
              <a:t>–</a:t>
            </a:r>
            <a:r>
              <a:rPr sz="2800" spc="-85" dirty="0"/>
              <a:t> </a:t>
            </a:r>
            <a:r>
              <a:rPr sz="2800" spc="-50" dirty="0"/>
              <a:t>2</a:t>
            </a:r>
            <a:br>
              <a:rPr lang="en-IN" sz="2800" spc="-50" dirty="0"/>
            </a:br>
            <a:r>
              <a:rPr lang="en-IN" sz="2800" dirty="0">
                <a:solidFill>
                  <a:schemeClr val="tx2"/>
                </a:solidFill>
              </a:rPr>
              <a:t>Reinforcement Learning Controller</a:t>
            </a:r>
            <a:endParaRPr sz="2400" b="0" spc="-50" dirty="0">
              <a:solidFill>
                <a:schemeClr val="tx2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8B7A3-66CF-B0A0-01D7-3E39BF7BD7CF}"/>
              </a:ext>
            </a:extLst>
          </p:cNvPr>
          <p:cNvSpPr txBox="1"/>
          <p:nvPr/>
        </p:nvSpPr>
        <p:spPr>
          <a:xfrm>
            <a:off x="1492467" y="1832184"/>
            <a:ext cx="10890548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optimal actions for adjusting power supply using Reinforcement Learning.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 algorithm &amp; State–action mapping using Q-table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calculation based on demand–supply difference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and exploitation strategy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Q-table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control actions for different grid states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193395" y="263159"/>
            <a:ext cx="12039600" cy="1199815"/>
          </a:xfrm>
          <a:prstGeom prst="rect">
            <a:avLst/>
          </a:prstGeom>
        </p:spPr>
        <p:txBody>
          <a:bodyPr vert="horz" wrap="square" lIns="0" tIns="334771" rIns="0" bIns="0" rtlCol="0">
            <a:spAutoFit/>
          </a:bodyPr>
          <a:lstStyle/>
          <a:p>
            <a:pPr marL="2565400" algn="ctr">
              <a:spcBef>
                <a:spcPts val="100"/>
              </a:spcBef>
            </a:pPr>
            <a:r>
              <a:rPr sz="2800" dirty="0"/>
              <a:t>MODULE</a:t>
            </a:r>
            <a:r>
              <a:rPr sz="2800" spc="-90" dirty="0"/>
              <a:t> </a:t>
            </a:r>
            <a:r>
              <a:rPr lang="en-IN" sz="2800" dirty="0"/>
              <a:t>–</a:t>
            </a:r>
            <a:r>
              <a:rPr sz="2800" spc="-85" dirty="0"/>
              <a:t> </a:t>
            </a:r>
            <a:r>
              <a:rPr sz="2800" spc="-50" dirty="0"/>
              <a:t>3</a:t>
            </a:r>
            <a:br>
              <a:rPr lang="en-IN" sz="2800" spc="-50" dirty="0"/>
            </a:br>
            <a:r>
              <a:rPr lang="en-IN" sz="2800" dirty="0">
                <a:solidFill>
                  <a:schemeClr val="tx2"/>
                </a:solidFill>
              </a:rPr>
              <a:t>Performance Evaluation and Visualization</a:t>
            </a:r>
            <a:endParaRPr sz="2800" b="0" spc="-50" dirty="0">
              <a:solidFill>
                <a:schemeClr val="tx2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4D917-37E2-FA90-DD47-E2C12E01F202}"/>
              </a:ext>
            </a:extLst>
          </p:cNvPr>
          <p:cNvSpPr txBox="1"/>
          <p:nvPr/>
        </p:nvSpPr>
        <p:spPr>
          <a:xfrm>
            <a:off x="1492467" y="1853369"/>
            <a:ext cx="8589877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visualize the effectiveness of the RL-based grid control system.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vs supply comparison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visualization of grid performance Stability and efficiency analysis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vs supply graph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summary showing reduced imbalance</a:t>
            </a:r>
          </a:p>
          <a:p>
            <a:pPr algn="l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3451" y="605274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chemeClr val="tx2"/>
                </a:solidFill>
              </a:rPr>
              <a:t>RESULTS &amp; DISCUSSION</a:t>
            </a:r>
            <a:endParaRPr spc="-10" dirty="0">
              <a:solidFill>
                <a:schemeClr val="tx2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EE4B7D-0CD7-A388-B7C9-2886CA814EB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92467" y="1747155"/>
            <a:ext cx="9811624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RL-based control reduced peak load and operating cost compared to rule-based methods.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demand–supply balance under variable renewable generation.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 to load fluctuations and fewer constraint violations.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 adapts better to uncertainty than static controllers.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accurate environment modeling and reward design.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training and scalability remain key challenges for real-world deployment.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740539E-D825-5980-8CDF-EBE8B5435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868CAD-EAB7-6DF8-00E0-CFCCF5E4E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EF86F2-5AD1-86D2-8D1D-7D51D37E6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7683" y="203355"/>
            <a:ext cx="4522824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chemeClr val="tx2"/>
                </a:solidFill>
              </a:rPr>
              <a:t>OUTPUTS</a:t>
            </a:r>
            <a:endParaRPr spc="-10" dirty="0">
              <a:solidFill>
                <a:schemeClr val="tx2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A62B497-769A-7350-066B-8D93E957B4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8F1D3DFB-F702-8392-65E9-5073E91C28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60D96BE5-3F2F-2B6D-4A86-F4B170C6EFD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90311AC-1C1B-3A15-6D1F-FD6FD2BA8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6FE89D-B5BD-2885-FFB7-CDE54130C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3" b="30466"/>
          <a:stretch>
            <a:fillRect/>
          </a:stretch>
        </p:blipFill>
        <p:spPr>
          <a:xfrm>
            <a:off x="1492467" y="1513095"/>
            <a:ext cx="4522824" cy="24307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E2A422-A7EC-DD61-0AA9-B9B81C96CC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6" t="2794" r="14436" b="22867"/>
          <a:stretch>
            <a:fillRect/>
          </a:stretch>
        </p:blipFill>
        <p:spPr>
          <a:xfrm>
            <a:off x="6449583" y="2144399"/>
            <a:ext cx="4420216" cy="3252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F64045-E9EF-2150-562D-28E167DF1F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7"/>
          <a:stretch>
            <a:fillRect/>
          </a:stretch>
        </p:blipFill>
        <p:spPr>
          <a:xfrm>
            <a:off x="1492467" y="4040648"/>
            <a:ext cx="4522824" cy="253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92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A7750C-E9D2-4163-61A8-456F4508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66FE065-D125-AF66-9EEE-510A227FDF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0496" y="546106"/>
            <a:ext cx="7914278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chemeClr val="tx2"/>
                </a:solidFill>
              </a:rPr>
              <a:t>CHALLENGES &amp; LIMITATIONS</a:t>
            </a:r>
            <a:endParaRPr spc="-10" dirty="0">
              <a:solidFill>
                <a:schemeClr val="tx2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AD6F5A9-7F70-AFC5-9B64-FDC5D692B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8C74AE10-CC7E-888C-41AC-53E4C27144F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62B1DCD-B2B9-4F05-4355-C0A368C590B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D21EF2B-EE2A-B9F1-06A5-41792F64080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62663" y="1786485"/>
            <a:ext cx="9811624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modeling of real-world grid dynamics and uncertainties is difficult.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exploration is required to avoid instability during training.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 for training RL agents at large grid scales.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based on simulation, not real-time grid deployment.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heavily on reward function design.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to multi-node or national grids is limited.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7C9A9FC-071B-C1D4-586D-D027C1B25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049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6274" y="507535"/>
            <a:ext cx="4498432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tx2"/>
                </a:solidFill>
              </a:rPr>
              <a:t>CONCLUSIO</a:t>
            </a:r>
            <a:r>
              <a:rPr lang="en-IN" spc="-10" dirty="0">
                <a:solidFill>
                  <a:schemeClr val="tx2"/>
                </a:solidFill>
              </a:rPr>
              <a:t>N </a:t>
            </a:r>
            <a:endParaRPr spc="-10" dirty="0">
              <a:solidFill>
                <a:schemeClr val="tx2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5C83D90-4851-D871-6BF6-1AC15E977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995" y="1914303"/>
            <a:ext cx="9382009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the use of Reinforcement Learning for electric grid load control.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RL agent learns to adjust power supply dynamically based on changing demand.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in reducing power imbalance, improving grid stability and efficiency.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proves that RL-based control is more adaptive than traditional rule-based methods.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can be extended to smart grids and renewable energy systems in the future.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B9D424-C311-CE19-0C0A-A4491239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CC332F-5D55-E731-9AF5-4A8B75A3C8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6274" y="507535"/>
            <a:ext cx="4498432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chemeClr val="tx2"/>
                </a:solidFill>
              </a:rPr>
              <a:t>REFERENCES</a:t>
            </a:r>
            <a:endParaRPr spc="-10" dirty="0">
              <a:solidFill>
                <a:schemeClr val="tx2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020BAD8-1832-D6C3-011C-75D2128EAA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FCE587FA-9681-1014-85EA-278B7D4FD14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F1D628CC-4323-EFA2-B684-DE3D70CE281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DC746A9-6A69-9D11-D1F9-A2F3CCDEE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509" y="1914303"/>
            <a:ext cx="9382009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 et al. (2025) – Model-free safe deep reinforcement learning for transformer/grid constraint management, demonstrating improved energy delivery and safety performance.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Bashyal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(2025) – Multi-agent reinforcement learning for demand response and energy management in industrial systems with decentralized coordination.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 et al. (2025) – Hybrid deep learning &amp; reinforcement learning framework for real-time electrical load prediction and adaptive control.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Seyfi et al. (2025) – Deep reinforcement learning controller for real-time integrated energy control highlighting RL in coordinated grid decisions.</a:t>
            </a:r>
          </a:p>
        </p:txBody>
      </p:sp>
    </p:spTree>
    <p:extLst>
      <p:ext uri="{BB962C8B-B14F-4D97-AF65-F5344CB8AC3E}">
        <p14:creationId xmlns:p14="http://schemas.microsoft.com/office/powerpoint/2010/main" val="2784940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2286" y="393171"/>
            <a:ext cx="1520112" cy="13428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501648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03367" y="1736053"/>
            <a:ext cx="7858919" cy="37315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Words>884</Words>
  <Application>Microsoft Office PowerPoint</Application>
  <PresentationFormat>Widescreen</PresentationFormat>
  <Paragraphs>128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SIMATS ENGINEERING</vt:lpstr>
      <vt:lpstr>INTRODUCTION</vt:lpstr>
      <vt:lpstr>OBJECTIVES</vt:lpstr>
      <vt:lpstr>METHODOLOGY</vt:lpstr>
      <vt:lpstr>SYSTEM ARCHITECTURE</vt:lpstr>
      <vt:lpstr>PROBLEM STATEMENT</vt:lpstr>
      <vt:lpstr>MODULE – 1 Grid Environment Simulation</vt:lpstr>
      <vt:lpstr>MODULE – 2 Reinforcement Learning Controller</vt:lpstr>
      <vt:lpstr>MODULE – 3 Performance Evaluation and Visualization</vt:lpstr>
      <vt:lpstr>RESULTS &amp; DISCUSSION</vt:lpstr>
      <vt:lpstr>OUTPUTS</vt:lpstr>
      <vt:lpstr>CHALLENGES &amp; LIMITATIONS</vt:lpstr>
      <vt:lpstr>CONCLUSION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DEEKSHITH</dc:creator>
  <cp:lastModifiedBy>DEEKSHITH T</cp:lastModifiedBy>
  <cp:revision>6</cp:revision>
  <dcterms:created xsi:type="dcterms:W3CDTF">2025-11-16T15:22:51Z</dcterms:created>
  <dcterms:modified xsi:type="dcterms:W3CDTF">2025-12-30T05:41:59Z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2025-11-16T00:00:00Z</vt:filetime>
  </property>
</Properties>
</file>