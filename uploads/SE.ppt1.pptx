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58" r:id="rId4"/>
    <p:sldId id="284" r:id="rId5"/>
    <p:sldId id="259" r:id="rId6"/>
    <p:sldId id="279" r:id="rId7"/>
    <p:sldId id="272" r:id="rId8"/>
    <p:sldId id="263" r:id="rId9"/>
    <p:sldId id="264" r:id="rId10"/>
    <p:sldId id="265" r:id="rId11"/>
    <p:sldId id="285" r:id="rId12"/>
    <p:sldId id="278" r:id="rId13"/>
    <p:sldId id="276" r:id="rId14"/>
    <p:sldId id="280" r:id="rId15"/>
    <p:sldId id="283" r:id="rId16"/>
    <p:sldId id="269" r:id="rId17"/>
    <p:sldId id="277" r:id="rId18"/>
    <p:sldId id="271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DA158-45A6-4B13-82B5-F93F3264A0AF}" v="96" dt="2026-01-30T18:28:28.4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880"/>
        <p:guide pos="21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KSHITH T" userId="3f7b9aa24cb8dcc2" providerId="LiveId" clId="{73876FB1-08EF-430E-9D20-00C01CC4F4AD}"/>
    <pc:docChg chg="undo custSel addSld delSld modSld sldOrd">
      <pc:chgData name="DEEKSHITH T" userId="3f7b9aa24cb8dcc2" providerId="LiveId" clId="{73876FB1-08EF-430E-9D20-00C01CC4F4AD}" dt="2026-01-30T18:28:41.631" v="1660" actId="207"/>
      <pc:docMkLst>
        <pc:docMk/>
      </pc:docMkLst>
      <pc:sldChg chg="modSp mod">
        <pc:chgData name="DEEKSHITH T" userId="3f7b9aa24cb8dcc2" providerId="LiveId" clId="{73876FB1-08EF-430E-9D20-00C01CC4F4AD}" dt="2026-01-30T18:17:26.059" v="1650" actId="20577"/>
        <pc:sldMkLst>
          <pc:docMk/>
          <pc:sldMk cId="0" sldId="256"/>
        </pc:sldMkLst>
        <pc:spChg chg="mod">
          <ac:chgData name="DEEKSHITH T" userId="3f7b9aa24cb8dcc2" providerId="LiveId" clId="{73876FB1-08EF-430E-9D20-00C01CC4F4AD}" dt="2026-01-30T18:16:43.388" v="164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DEEKSHITH T" userId="3f7b9aa24cb8dcc2" providerId="LiveId" clId="{73876FB1-08EF-430E-9D20-00C01CC4F4AD}" dt="2026-01-30T18:17:26.059" v="165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DEEKSHITH T" userId="3f7b9aa24cb8dcc2" providerId="LiveId" clId="{73876FB1-08EF-430E-9D20-00C01CC4F4AD}" dt="2026-01-30T05:57:52.134" v="227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DEEKSHITH T" userId="3f7b9aa24cb8dcc2" providerId="LiveId" clId="{73876FB1-08EF-430E-9D20-00C01CC4F4AD}" dt="2026-01-30T16:45:08.181" v="1082" actId="207"/>
        <pc:sldMkLst>
          <pc:docMk/>
          <pc:sldMk cId="0" sldId="258"/>
        </pc:sldMkLst>
        <pc:spChg chg="mod">
          <ac:chgData name="DEEKSHITH T" userId="3f7b9aa24cb8dcc2" providerId="LiveId" clId="{73876FB1-08EF-430E-9D20-00C01CC4F4AD}" dt="2026-01-30T16:45:08.181" v="1082" actId="207"/>
          <ac:spMkLst>
            <pc:docMk/>
            <pc:sldMk cId="0" sldId="258"/>
            <ac:spMk id="2" creationId="{00000000-0000-0000-0000-000000000000}"/>
          </ac:spMkLst>
        </pc:spChg>
        <pc:graphicFrameChg chg="mod modGraphic">
          <ac:chgData name="DEEKSHITH T" userId="3f7b9aa24cb8dcc2" providerId="LiveId" clId="{73876FB1-08EF-430E-9D20-00C01CC4F4AD}" dt="2026-01-30T06:08:39.201" v="272" actId="20577"/>
          <ac:graphicFrameMkLst>
            <pc:docMk/>
            <pc:sldMk cId="0" sldId="258"/>
            <ac:graphicFrameMk id="7" creationId="{42A80005-F05D-7927-3338-FDE2E5E46620}"/>
          </ac:graphicFrameMkLst>
        </pc:graphicFrameChg>
      </pc:sldChg>
      <pc:sldChg chg="addSp delSp modSp mod ord">
        <pc:chgData name="DEEKSHITH T" userId="3f7b9aa24cb8dcc2" providerId="LiveId" clId="{73876FB1-08EF-430E-9D20-00C01CC4F4AD}" dt="2026-01-30T16:51:16.699" v="1106" actId="207"/>
        <pc:sldMkLst>
          <pc:docMk/>
          <pc:sldMk cId="0" sldId="259"/>
        </pc:sldMkLst>
        <pc:spChg chg="mod">
          <ac:chgData name="DEEKSHITH T" userId="3f7b9aa24cb8dcc2" providerId="LiveId" clId="{73876FB1-08EF-430E-9D20-00C01CC4F4AD}" dt="2026-01-30T16:51:16.699" v="1106" actId="20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DEEKSHITH T" userId="3f7b9aa24cb8dcc2" providerId="LiveId" clId="{73876FB1-08EF-430E-9D20-00C01CC4F4AD}" dt="2026-01-30T16:37:15.273" v="783" actId="21"/>
          <ac:spMkLst>
            <pc:docMk/>
            <pc:sldMk cId="0" sldId="259"/>
            <ac:spMk id="6" creationId="{1BEE4B7D-0CD7-A388-B7C9-2886CA814EB1}"/>
          </ac:spMkLst>
        </pc:spChg>
        <pc:spChg chg="add del mod">
          <ac:chgData name="DEEKSHITH T" userId="3f7b9aa24cb8dcc2" providerId="LiveId" clId="{73876FB1-08EF-430E-9D20-00C01CC4F4AD}" dt="2026-01-30T06:11:52.348" v="291"/>
          <ac:spMkLst>
            <pc:docMk/>
            <pc:sldMk cId="0" sldId="259"/>
            <ac:spMk id="7" creationId="{D9B8BEDA-41A6-EAF6-E638-BE2F2F9B63D2}"/>
          </ac:spMkLst>
        </pc:spChg>
        <pc:spChg chg="add mod">
          <ac:chgData name="DEEKSHITH T" userId="3f7b9aa24cb8dcc2" providerId="LiveId" clId="{73876FB1-08EF-430E-9D20-00C01CC4F4AD}" dt="2026-01-30T10:48:08.049" v="563" actId="20578"/>
          <ac:spMkLst>
            <pc:docMk/>
            <pc:sldMk cId="0" sldId="259"/>
            <ac:spMk id="8" creationId="{F65F86C1-3E20-8E67-F479-42E2CB554504}"/>
          </ac:spMkLst>
        </pc:spChg>
        <pc:spChg chg="add del mod">
          <ac:chgData name="DEEKSHITH T" userId="3f7b9aa24cb8dcc2" providerId="LiveId" clId="{73876FB1-08EF-430E-9D20-00C01CC4F4AD}" dt="2026-01-30T10:48:57.453" v="573"/>
          <ac:spMkLst>
            <pc:docMk/>
            <pc:sldMk cId="0" sldId="259"/>
            <ac:spMk id="9" creationId="{9B2A4ED7-008D-9CE6-C46D-B17B9C3650BF}"/>
          </ac:spMkLst>
        </pc:spChg>
        <pc:spChg chg="add mod">
          <ac:chgData name="DEEKSHITH T" userId="3f7b9aa24cb8dcc2" providerId="LiveId" clId="{73876FB1-08EF-430E-9D20-00C01CC4F4AD}" dt="2026-01-30T16:43:49.222" v="1076" actId="113"/>
          <ac:spMkLst>
            <pc:docMk/>
            <pc:sldMk cId="0" sldId="259"/>
            <ac:spMk id="13" creationId="{73CB477D-8456-09C9-10B4-11A8929209AF}"/>
          </ac:spMkLst>
        </pc:spChg>
        <pc:spChg chg="add del mod">
          <ac:chgData name="DEEKSHITH T" userId="3f7b9aa24cb8dcc2" providerId="LiveId" clId="{73876FB1-08EF-430E-9D20-00C01CC4F4AD}" dt="2026-01-30T16:44:16.321" v="1078" actId="1076"/>
          <ac:spMkLst>
            <pc:docMk/>
            <pc:sldMk cId="0" sldId="259"/>
            <ac:spMk id="14" creationId="{F4C8A507-6D90-B174-CD2D-E7C136EC2DEA}"/>
          </ac:spMkLst>
        </pc:spChg>
        <pc:spChg chg="add mod">
          <ac:chgData name="DEEKSHITH T" userId="3f7b9aa24cb8dcc2" providerId="LiveId" clId="{73876FB1-08EF-430E-9D20-00C01CC4F4AD}" dt="2026-01-30T16:43:37.727" v="1074" actId="113"/>
          <ac:spMkLst>
            <pc:docMk/>
            <pc:sldMk cId="0" sldId="259"/>
            <ac:spMk id="15" creationId="{2A4C2686-EBD7-8CEA-E0B6-C8E71967A50B}"/>
          </ac:spMkLst>
        </pc:spChg>
        <pc:spChg chg="add mod">
          <ac:chgData name="DEEKSHITH T" userId="3f7b9aa24cb8dcc2" providerId="LiveId" clId="{73876FB1-08EF-430E-9D20-00C01CC4F4AD}" dt="2026-01-30T16:44:26.096" v="1079" actId="1076"/>
          <ac:spMkLst>
            <pc:docMk/>
            <pc:sldMk cId="0" sldId="259"/>
            <ac:spMk id="16" creationId="{CD9FFB48-BD8A-7218-3719-2890996D0A65}"/>
          </ac:spMkLst>
        </pc:spChg>
        <pc:spChg chg="add mod">
          <ac:chgData name="DEEKSHITH T" userId="3f7b9aa24cb8dcc2" providerId="LiveId" clId="{73876FB1-08EF-430E-9D20-00C01CC4F4AD}" dt="2026-01-30T16:43:27.521" v="1072" actId="113"/>
          <ac:spMkLst>
            <pc:docMk/>
            <pc:sldMk cId="0" sldId="259"/>
            <ac:spMk id="17" creationId="{11496674-157D-5220-59D8-AD5CCB091CD9}"/>
          </ac:spMkLst>
        </pc:spChg>
        <pc:picChg chg="add del mod">
          <ac:chgData name="DEEKSHITH T" userId="3f7b9aa24cb8dcc2" providerId="LiveId" clId="{73876FB1-08EF-430E-9D20-00C01CC4F4AD}" dt="2026-01-30T16:37:08.734" v="782" actId="21"/>
          <ac:picMkLst>
            <pc:docMk/>
            <pc:sldMk cId="0" sldId="259"/>
            <ac:picMk id="7" creationId="{2D93B354-25CB-6CFA-3A4F-C61C2284DDDD}"/>
          </ac:picMkLst>
        </pc:picChg>
        <pc:picChg chg="add mod">
          <ac:chgData name="DEEKSHITH T" userId="3f7b9aa24cb8dcc2" providerId="LiveId" clId="{73876FB1-08EF-430E-9D20-00C01CC4F4AD}" dt="2026-01-30T16:38:19.726" v="829" actId="1076"/>
          <ac:picMkLst>
            <pc:docMk/>
            <pc:sldMk cId="0" sldId="259"/>
            <ac:picMk id="10" creationId="{BB8894ED-FA6E-4AAA-9B05-854489CBD73F}"/>
          </ac:picMkLst>
        </pc:picChg>
        <pc:picChg chg="add del mod">
          <ac:chgData name="DEEKSHITH T" userId="3f7b9aa24cb8dcc2" providerId="LiveId" clId="{73876FB1-08EF-430E-9D20-00C01CC4F4AD}" dt="2026-01-30T16:43:20.728" v="1071" actId="21"/>
          <ac:picMkLst>
            <pc:docMk/>
            <pc:sldMk cId="0" sldId="259"/>
            <ac:picMk id="12" creationId="{F7A783F4-EFD0-891E-094C-B6932BE6E9FF}"/>
          </ac:picMkLst>
        </pc:picChg>
      </pc:sldChg>
      <pc:sldChg chg="addSp delSp modSp mod">
        <pc:chgData name="DEEKSHITH T" userId="3f7b9aa24cb8dcc2" providerId="LiveId" clId="{73876FB1-08EF-430E-9D20-00C01CC4F4AD}" dt="2026-01-30T18:27:41.088" v="1655" actId="1076"/>
        <pc:sldMkLst>
          <pc:docMk/>
          <pc:sldMk cId="0" sldId="260"/>
        </pc:sldMkLst>
        <pc:spChg chg="mod">
          <ac:chgData name="DEEKSHITH T" userId="3f7b9aa24cb8dcc2" providerId="LiveId" clId="{73876FB1-08EF-430E-9D20-00C01CC4F4AD}" dt="2026-01-30T16:45:17.595" v="1083" actId="207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DEEKSHITH T" userId="3f7b9aa24cb8dcc2" providerId="LiveId" clId="{73876FB1-08EF-430E-9D20-00C01CC4F4AD}" dt="2026-01-30T06:02:54.018" v="247"/>
          <ac:spMkLst>
            <pc:docMk/>
            <pc:sldMk cId="0" sldId="260"/>
            <ac:spMk id="8" creationId="{536D3C51-F05B-0857-27FC-5635D0FF3453}"/>
          </ac:spMkLst>
        </pc:spChg>
        <pc:spChg chg="del mod">
          <ac:chgData name="DEEKSHITH T" userId="3f7b9aa24cb8dcc2" providerId="LiveId" clId="{73876FB1-08EF-430E-9D20-00C01CC4F4AD}" dt="2026-01-30T05:52:08.684" v="5"/>
          <ac:spMkLst>
            <pc:docMk/>
            <pc:sldMk cId="0" sldId="260"/>
            <ac:spMk id="9" creationId="{169FCFD4-E801-F158-42CA-3193BE4E1A9B}"/>
          </ac:spMkLst>
        </pc:spChg>
        <pc:spChg chg="add mod">
          <ac:chgData name="DEEKSHITH T" userId="3f7b9aa24cb8dcc2" providerId="LiveId" clId="{73876FB1-08EF-430E-9D20-00C01CC4F4AD}" dt="2026-01-30T18:27:41.088" v="1655" actId="1076"/>
          <ac:spMkLst>
            <pc:docMk/>
            <pc:sldMk cId="0" sldId="260"/>
            <ac:spMk id="11" creationId="{9FA39CC3-824D-6DFC-4D9F-71481C2BB338}"/>
          </ac:spMkLst>
        </pc:spChg>
        <pc:picChg chg="del">
          <ac:chgData name="DEEKSHITH T" userId="3f7b9aa24cb8dcc2" providerId="LiveId" clId="{73876FB1-08EF-430E-9D20-00C01CC4F4AD}" dt="2026-01-30T05:52:08.672" v="3" actId="21"/>
          <ac:picMkLst>
            <pc:docMk/>
            <pc:sldMk cId="0" sldId="260"/>
            <ac:picMk id="12" creationId="{8ED2D069-AE2B-93E5-974C-DAACD94665F9}"/>
          </ac:picMkLst>
        </pc:picChg>
      </pc:sldChg>
      <pc:sldChg chg="addSp delSp modSp mod">
        <pc:chgData name="DEEKSHITH T" userId="3f7b9aa24cb8dcc2" providerId="LiveId" clId="{73876FB1-08EF-430E-9D20-00C01CC4F4AD}" dt="2026-01-30T17:31:38.826" v="1300" actId="20577"/>
        <pc:sldMkLst>
          <pc:docMk/>
          <pc:sldMk cId="0" sldId="263"/>
        </pc:sldMkLst>
        <pc:spChg chg="mod">
          <ac:chgData name="DEEKSHITH T" userId="3f7b9aa24cb8dcc2" providerId="LiveId" clId="{73876FB1-08EF-430E-9D20-00C01CC4F4AD}" dt="2026-01-30T17:31:38.826" v="1300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DEEKSHITH T" userId="3f7b9aa24cb8dcc2" providerId="LiveId" clId="{73876FB1-08EF-430E-9D20-00C01CC4F4AD}" dt="2026-01-30T17:30:27.595" v="1293" actId="1076"/>
          <ac:spMkLst>
            <pc:docMk/>
            <pc:sldMk cId="0" sldId="263"/>
            <ac:spMk id="7" creationId="{94C6B610-3733-D95F-DD8C-B71D58A3F3E2}"/>
          </ac:spMkLst>
        </pc:spChg>
        <pc:picChg chg="add mod modCrop">
          <ac:chgData name="DEEKSHITH T" userId="3f7b9aa24cb8dcc2" providerId="LiveId" clId="{73876FB1-08EF-430E-9D20-00C01CC4F4AD}" dt="2026-01-30T17:30:35.693" v="1294" actId="732"/>
          <ac:picMkLst>
            <pc:docMk/>
            <pc:sldMk cId="0" sldId="263"/>
            <ac:picMk id="8" creationId="{1351B3D9-3184-3E8C-A6BD-42BCD201BDC6}"/>
          </ac:picMkLst>
        </pc:picChg>
        <pc:picChg chg="del">
          <ac:chgData name="DEEKSHITH T" userId="3f7b9aa24cb8dcc2" providerId="LiveId" clId="{73876FB1-08EF-430E-9D20-00C01CC4F4AD}" dt="2026-01-30T17:28:18.105" v="1239" actId="21"/>
          <ac:picMkLst>
            <pc:docMk/>
            <pc:sldMk cId="0" sldId="263"/>
            <ac:picMk id="10" creationId="{84003788-B275-0C92-3166-882F672D350B}"/>
          </ac:picMkLst>
        </pc:picChg>
      </pc:sldChg>
      <pc:sldChg chg="addSp delSp modSp mod">
        <pc:chgData name="DEEKSHITH T" userId="3f7b9aa24cb8dcc2" providerId="LiveId" clId="{73876FB1-08EF-430E-9D20-00C01CC4F4AD}" dt="2026-01-30T17:57:57.992" v="1508" actId="2710"/>
        <pc:sldMkLst>
          <pc:docMk/>
          <pc:sldMk cId="0" sldId="264"/>
        </pc:sldMkLst>
        <pc:spChg chg="mod">
          <ac:chgData name="DEEKSHITH T" userId="3f7b9aa24cb8dcc2" providerId="LiveId" clId="{73876FB1-08EF-430E-9D20-00C01CC4F4AD}" dt="2026-01-30T17:31:27.567" v="1298" actId="313"/>
          <ac:spMkLst>
            <pc:docMk/>
            <pc:sldMk cId="0" sldId="264"/>
            <ac:spMk id="2" creationId="{00000000-0000-0000-0000-000000000000}"/>
          </ac:spMkLst>
        </pc:spChg>
        <pc:spChg chg="add">
          <ac:chgData name="DEEKSHITH T" userId="3f7b9aa24cb8dcc2" providerId="LiveId" clId="{73876FB1-08EF-430E-9D20-00C01CC4F4AD}" dt="2026-01-30T17:36:36.195" v="1306"/>
          <ac:spMkLst>
            <pc:docMk/>
            <pc:sldMk cId="0" sldId="264"/>
            <ac:spMk id="6" creationId="{08A68345-DA96-907B-06FD-137DC0E078C4}"/>
          </ac:spMkLst>
        </pc:spChg>
        <pc:spChg chg="mod">
          <ac:chgData name="DEEKSHITH T" userId="3f7b9aa24cb8dcc2" providerId="LiveId" clId="{73876FB1-08EF-430E-9D20-00C01CC4F4AD}" dt="2026-01-30T17:57:57.992" v="1508" actId="2710"/>
          <ac:spMkLst>
            <pc:docMk/>
            <pc:sldMk cId="0" sldId="264"/>
            <ac:spMk id="7" creationId="{6A68B7A3-66CF-B0A0-01D7-3E39BF7BD7CF}"/>
          </ac:spMkLst>
        </pc:spChg>
        <pc:spChg chg="add">
          <ac:chgData name="DEEKSHITH T" userId="3f7b9aa24cb8dcc2" providerId="LiveId" clId="{73876FB1-08EF-430E-9D20-00C01CC4F4AD}" dt="2026-01-30T17:36:44.499" v="1308"/>
          <ac:spMkLst>
            <pc:docMk/>
            <pc:sldMk cId="0" sldId="264"/>
            <ac:spMk id="8" creationId="{D0530706-DDC2-5878-2003-6F7337DAB359}"/>
          </ac:spMkLst>
        </pc:spChg>
        <pc:spChg chg="add">
          <ac:chgData name="DEEKSHITH T" userId="3f7b9aa24cb8dcc2" providerId="LiveId" clId="{73876FB1-08EF-430E-9D20-00C01CC4F4AD}" dt="2026-01-30T17:37:15.418" v="1316"/>
          <ac:spMkLst>
            <pc:docMk/>
            <pc:sldMk cId="0" sldId="264"/>
            <ac:spMk id="9" creationId="{03494076-E743-3D85-1004-E85829EDBD6B}"/>
          </ac:spMkLst>
        </pc:spChg>
        <pc:spChg chg="add mod">
          <ac:chgData name="DEEKSHITH T" userId="3f7b9aa24cb8dcc2" providerId="LiveId" clId="{73876FB1-08EF-430E-9D20-00C01CC4F4AD}" dt="2026-01-30T17:38:05.146" v="1327" actId="20578"/>
          <ac:spMkLst>
            <pc:docMk/>
            <pc:sldMk cId="0" sldId="264"/>
            <ac:spMk id="11" creationId="{A8BD43A8-E753-70EB-BF63-6A021857D377}"/>
          </ac:spMkLst>
        </pc:spChg>
        <pc:spChg chg="add mod">
          <ac:chgData name="DEEKSHITH T" userId="3f7b9aa24cb8dcc2" providerId="LiveId" clId="{73876FB1-08EF-430E-9D20-00C01CC4F4AD}" dt="2026-01-30T17:39:13.087" v="1336" actId="20578"/>
          <ac:spMkLst>
            <pc:docMk/>
            <pc:sldMk cId="0" sldId="264"/>
            <ac:spMk id="13" creationId="{934AF153-F3E2-C0AD-F9D9-AB827DE67311}"/>
          </ac:spMkLst>
        </pc:spChg>
        <pc:picChg chg="del">
          <ac:chgData name="DEEKSHITH T" userId="3f7b9aa24cb8dcc2" providerId="LiveId" clId="{73876FB1-08EF-430E-9D20-00C01CC4F4AD}" dt="2026-01-30T17:47:50.015" v="1399" actId="21"/>
          <ac:picMkLst>
            <pc:docMk/>
            <pc:sldMk cId="0" sldId="264"/>
            <ac:picMk id="10" creationId="{CF83566A-C247-2C6B-0127-AF16323446F3}"/>
          </ac:picMkLst>
        </pc:picChg>
        <pc:picChg chg="del">
          <ac:chgData name="DEEKSHITH T" userId="3f7b9aa24cb8dcc2" providerId="LiveId" clId="{73876FB1-08EF-430E-9D20-00C01CC4F4AD}" dt="2026-01-30T17:47:55.597" v="1400" actId="21"/>
          <ac:picMkLst>
            <pc:docMk/>
            <pc:sldMk cId="0" sldId="264"/>
            <ac:picMk id="12" creationId="{A08643AE-EF53-847A-E0EB-8F89134C4E88}"/>
          </ac:picMkLst>
        </pc:picChg>
      </pc:sldChg>
      <pc:sldChg chg="addSp delSp modSp mod">
        <pc:chgData name="DEEKSHITH T" userId="3f7b9aa24cb8dcc2" providerId="LiveId" clId="{73876FB1-08EF-430E-9D20-00C01CC4F4AD}" dt="2026-01-30T17:55:04.711" v="1485" actId="255"/>
        <pc:sldMkLst>
          <pc:docMk/>
          <pc:sldMk cId="0" sldId="265"/>
        </pc:sldMkLst>
        <pc:spChg chg="mod">
          <ac:chgData name="DEEKSHITH T" userId="3f7b9aa24cb8dcc2" providerId="LiveId" clId="{73876FB1-08EF-430E-9D20-00C01CC4F4AD}" dt="2026-01-30T17:55:04.711" v="1485" actId="255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DEEKSHITH T" userId="3f7b9aa24cb8dcc2" providerId="LiveId" clId="{73876FB1-08EF-430E-9D20-00C01CC4F4AD}" dt="2026-01-30T17:52:24.053" v="1411" actId="20578"/>
          <ac:spMkLst>
            <pc:docMk/>
            <pc:sldMk cId="0" sldId="265"/>
            <ac:spMk id="6" creationId="{FEE7DD39-F83C-5C28-CAAE-258E4FC77B00}"/>
          </ac:spMkLst>
        </pc:spChg>
        <pc:spChg chg="mod">
          <ac:chgData name="DEEKSHITH T" userId="3f7b9aa24cb8dcc2" providerId="LiveId" clId="{73876FB1-08EF-430E-9D20-00C01CC4F4AD}" dt="2026-01-30T17:54:33.235" v="1481" actId="1076"/>
          <ac:spMkLst>
            <pc:docMk/>
            <pc:sldMk cId="0" sldId="265"/>
            <ac:spMk id="7" creationId="{F6C4D917-37E2-FA90-DD47-E2C12E01F202}"/>
          </ac:spMkLst>
        </pc:spChg>
        <pc:picChg chg="del">
          <ac:chgData name="DEEKSHITH T" userId="3f7b9aa24cb8dcc2" providerId="LiveId" clId="{73876FB1-08EF-430E-9D20-00C01CC4F4AD}" dt="2026-01-30T17:53:03.811" v="1422" actId="21"/>
          <ac:picMkLst>
            <pc:docMk/>
            <pc:sldMk cId="0" sldId="265"/>
            <ac:picMk id="8" creationId="{CF0C96DD-ED4A-6F5A-05C4-7017EB08E3FE}"/>
          </ac:picMkLst>
        </pc:picChg>
      </pc:sldChg>
      <pc:sldChg chg="addSp delSp modSp mod">
        <pc:chgData name="DEEKSHITH T" userId="3f7b9aa24cb8dcc2" providerId="LiveId" clId="{73876FB1-08EF-430E-9D20-00C01CC4F4AD}" dt="2026-01-30T18:07:44.193" v="1606" actId="1076"/>
        <pc:sldMkLst>
          <pc:docMk/>
          <pc:sldMk cId="0" sldId="269"/>
        </pc:sldMkLst>
        <pc:spChg chg="mod">
          <ac:chgData name="DEEKSHITH T" userId="3f7b9aa24cb8dcc2" providerId="LiveId" clId="{73876FB1-08EF-430E-9D20-00C01CC4F4AD}" dt="2026-01-30T18:07:44.193" v="1606" actId="1076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DEEKSHITH T" userId="3f7b9aa24cb8dcc2" providerId="LiveId" clId="{73876FB1-08EF-430E-9D20-00C01CC4F4AD}" dt="2026-01-30T18:04:11.257" v="1569" actId="21"/>
          <ac:spMkLst>
            <pc:docMk/>
            <pc:sldMk cId="0" sldId="269"/>
            <ac:spMk id="6" creationId="{C5C83D90-4851-D871-6BF6-1AC15E977EE7}"/>
          </ac:spMkLst>
        </pc:spChg>
        <pc:spChg chg="add del mod">
          <ac:chgData name="DEEKSHITH T" userId="3f7b9aa24cb8dcc2" providerId="LiveId" clId="{73876FB1-08EF-430E-9D20-00C01CC4F4AD}" dt="2026-01-30T18:05:00.625" v="1584"/>
          <ac:spMkLst>
            <pc:docMk/>
            <pc:sldMk cId="0" sldId="269"/>
            <ac:spMk id="7" creationId="{5ED6A8FF-655E-88D3-120B-DD8409BEBBF7}"/>
          </ac:spMkLst>
        </pc:spChg>
        <pc:spChg chg="del mod">
          <ac:chgData name="DEEKSHITH T" userId="3f7b9aa24cb8dcc2" providerId="LiveId" clId="{73876FB1-08EF-430E-9D20-00C01CC4F4AD}" dt="2026-01-30T18:03:55.546" v="1566" actId="21"/>
          <ac:spMkLst>
            <pc:docMk/>
            <pc:sldMk cId="0" sldId="269"/>
            <ac:spMk id="9" creationId="{C5C83D90-4851-D871-6BF6-1AC15E977EE7}"/>
          </ac:spMkLst>
        </pc:spChg>
        <pc:spChg chg="add mod">
          <ac:chgData name="DEEKSHITH T" userId="3f7b9aa24cb8dcc2" providerId="LiveId" clId="{73876FB1-08EF-430E-9D20-00C01CC4F4AD}" dt="2026-01-30T18:04:59.949" v="1582" actId="14100"/>
          <ac:spMkLst>
            <pc:docMk/>
            <pc:sldMk cId="0" sldId="269"/>
            <ac:spMk id="10" creationId="{DEC480DA-B8D9-BC7C-A884-0CBD9D6CA103}"/>
          </ac:spMkLst>
        </pc:spChg>
      </pc:sldChg>
      <pc:sldChg chg="addSp delSp modSp mod">
        <pc:chgData name="DEEKSHITH T" userId="3f7b9aa24cb8dcc2" providerId="LiveId" clId="{73876FB1-08EF-430E-9D20-00C01CC4F4AD}" dt="2026-01-30T18:15:04.156" v="1621" actId="207"/>
        <pc:sldMkLst>
          <pc:docMk/>
          <pc:sldMk cId="4201255716" sldId="272"/>
        </pc:sldMkLst>
        <pc:spChg chg="mod">
          <ac:chgData name="DEEKSHITH T" userId="3f7b9aa24cb8dcc2" providerId="LiveId" clId="{73876FB1-08EF-430E-9D20-00C01CC4F4AD}" dt="2026-01-30T18:15:04.156" v="1621" actId="207"/>
          <ac:spMkLst>
            <pc:docMk/>
            <pc:sldMk cId="4201255716" sldId="272"/>
            <ac:spMk id="2" creationId="{BFA2B0CD-DB14-35B5-C46E-F94DD5908013}"/>
          </ac:spMkLst>
        </pc:spChg>
        <pc:picChg chg="add mod modCrop">
          <ac:chgData name="DEEKSHITH T" userId="3f7b9aa24cb8dcc2" providerId="LiveId" clId="{73876FB1-08EF-430E-9D20-00C01CC4F4AD}" dt="2026-01-30T18:14:41.664" v="1618" actId="1076"/>
          <ac:picMkLst>
            <pc:docMk/>
            <pc:sldMk cId="4201255716" sldId="272"/>
            <ac:picMk id="7" creationId="{CD2462F2-D408-D546-A14B-35269F0D82B7}"/>
          </ac:picMkLst>
        </pc:picChg>
        <pc:picChg chg="del">
          <ac:chgData name="DEEKSHITH T" userId="3f7b9aa24cb8dcc2" providerId="LiveId" clId="{73876FB1-08EF-430E-9D20-00C01CC4F4AD}" dt="2026-01-30T18:13:55.017" v="1607" actId="21"/>
          <ac:picMkLst>
            <pc:docMk/>
            <pc:sldMk cId="4201255716" sldId="272"/>
            <ac:picMk id="14" creationId="{372DA0BF-A438-5B8A-9D53-C3A40CF17757}"/>
          </ac:picMkLst>
        </pc:picChg>
      </pc:sldChg>
      <pc:sldChg chg="addSp modSp mod">
        <pc:chgData name="DEEKSHITH T" userId="3f7b9aa24cb8dcc2" providerId="LiveId" clId="{73876FB1-08EF-430E-9D20-00C01CC4F4AD}" dt="2026-01-30T18:01:06.139" v="1546" actId="207"/>
        <pc:sldMkLst>
          <pc:docMk/>
          <pc:sldMk cId="3815188438" sldId="276"/>
        </pc:sldMkLst>
        <pc:spChg chg="mod">
          <ac:chgData name="DEEKSHITH T" userId="3f7b9aa24cb8dcc2" providerId="LiveId" clId="{73876FB1-08EF-430E-9D20-00C01CC4F4AD}" dt="2026-01-30T18:01:06.139" v="1546" actId="207"/>
          <ac:spMkLst>
            <pc:docMk/>
            <pc:sldMk cId="3815188438" sldId="276"/>
            <ac:spMk id="2" creationId="{B546B467-93A5-8A69-D779-F959E527B972}"/>
          </ac:spMkLst>
        </pc:spChg>
        <pc:spChg chg="add mod">
          <ac:chgData name="DEEKSHITH T" userId="3f7b9aa24cb8dcc2" providerId="LiveId" clId="{73876FB1-08EF-430E-9D20-00C01CC4F4AD}" dt="2026-01-30T17:59:05.661" v="1511" actId="20578"/>
          <ac:spMkLst>
            <pc:docMk/>
            <pc:sldMk cId="3815188438" sldId="276"/>
            <ac:spMk id="6" creationId="{F8650391-E2A3-092C-67A4-C783877D2C1B}"/>
          </ac:spMkLst>
        </pc:spChg>
        <pc:spChg chg="mod">
          <ac:chgData name="DEEKSHITH T" userId="3f7b9aa24cb8dcc2" providerId="LiveId" clId="{73876FB1-08EF-430E-9D20-00C01CC4F4AD}" dt="2026-01-30T18:00:50.878" v="1544" actId="20577"/>
          <ac:spMkLst>
            <pc:docMk/>
            <pc:sldMk cId="3815188438" sldId="276"/>
            <ac:spMk id="8" creationId="{CCF81B6F-58BD-75E3-A09F-68EBFBFB2F23}"/>
          </ac:spMkLst>
        </pc:spChg>
      </pc:sldChg>
      <pc:sldChg chg="addSp delSp modSp mod">
        <pc:chgData name="DEEKSHITH T" userId="3f7b9aa24cb8dcc2" providerId="LiveId" clId="{73876FB1-08EF-430E-9D20-00C01CC4F4AD}" dt="2026-01-30T18:07:34.249" v="1605" actId="207"/>
        <pc:sldMkLst>
          <pc:docMk/>
          <pc:sldMk cId="3440509732" sldId="277"/>
        </pc:sldMkLst>
        <pc:spChg chg="mod">
          <ac:chgData name="DEEKSHITH T" userId="3f7b9aa24cb8dcc2" providerId="LiveId" clId="{73876FB1-08EF-430E-9D20-00C01CC4F4AD}" dt="2026-01-30T18:07:34.249" v="1605" actId="207"/>
          <ac:spMkLst>
            <pc:docMk/>
            <pc:sldMk cId="3440509732" sldId="277"/>
            <ac:spMk id="2" creationId="{A3BB2C50-82F9-4A3A-7A98-779EB8E11C40}"/>
          </ac:spMkLst>
        </pc:spChg>
        <pc:spChg chg="del mod">
          <ac:chgData name="DEEKSHITH T" userId="3f7b9aa24cb8dcc2" providerId="LiveId" clId="{73876FB1-08EF-430E-9D20-00C01CC4F4AD}" dt="2026-01-30T18:05:44.454" v="1588"/>
          <ac:spMkLst>
            <pc:docMk/>
            <pc:sldMk cId="3440509732" sldId="277"/>
            <ac:spMk id="6" creationId="{4F8636DF-74F1-3516-F4F1-A6DF878F476D}"/>
          </ac:spMkLst>
        </pc:spChg>
        <pc:spChg chg="add del mod">
          <ac:chgData name="DEEKSHITH T" userId="3f7b9aa24cb8dcc2" providerId="LiveId" clId="{73876FB1-08EF-430E-9D20-00C01CC4F4AD}" dt="2026-01-30T18:07:13.475" v="1602"/>
          <ac:spMkLst>
            <pc:docMk/>
            <pc:sldMk cId="3440509732" sldId="277"/>
            <ac:spMk id="7" creationId="{FA001385-C9CB-5428-D0F2-35755BF3B823}"/>
          </ac:spMkLst>
        </pc:spChg>
        <pc:spChg chg="add mod">
          <ac:chgData name="DEEKSHITH T" userId="3f7b9aa24cb8dcc2" providerId="LiveId" clId="{73876FB1-08EF-430E-9D20-00C01CC4F4AD}" dt="2026-01-30T18:07:25.900" v="1604" actId="1076"/>
          <ac:spMkLst>
            <pc:docMk/>
            <pc:sldMk cId="3440509732" sldId="277"/>
            <ac:spMk id="9" creationId="{3E160C84-E97B-61D6-3E83-9543194A677A}"/>
          </ac:spMkLst>
        </pc:spChg>
      </pc:sldChg>
      <pc:sldChg chg="delSp mod">
        <pc:chgData name="DEEKSHITH T" userId="3f7b9aa24cb8dcc2" providerId="LiveId" clId="{73876FB1-08EF-430E-9D20-00C01CC4F4AD}" dt="2026-01-30T18:01:23.512" v="1548" actId="21"/>
        <pc:sldMkLst>
          <pc:docMk/>
          <pc:sldMk cId="3696220976" sldId="278"/>
        </pc:sldMkLst>
        <pc:spChg chg="del">
          <ac:chgData name="DEEKSHITH T" userId="3f7b9aa24cb8dcc2" providerId="LiveId" clId="{73876FB1-08EF-430E-9D20-00C01CC4F4AD}" dt="2026-01-30T18:01:23.512" v="1548" actId="21"/>
          <ac:spMkLst>
            <pc:docMk/>
            <pc:sldMk cId="3696220976" sldId="278"/>
            <ac:spMk id="22" creationId="{48917964-8566-DE67-606B-A9C6F2A256FE}"/>
          </ac:spMkLst>
        </pc:spChg>
        <pc:picChg chg="del">
          <ac:chgData name="DEEKSHITH T" userId="3f7b9aa24cb8dcc2" providerId="LiveId" clId="{73876FB1-08EF-430E-9D20-00C01CC4F4AD}" dt="2026-01-30T18:01:14.144" v="1547" actId="21"/>
          <ac:picMkLst>
            <pc:docMk/>
            <pc:sldMk cId="3696220976" sldId="278"/>
            <ac:picMk id="21" creationId="{22F25EF7-B869-4480-9162-ED639269AA46}"/>
          </ac:picMkLst>
        </pc:picChg>
      </pc:sldChg>
      <pc:sldChg chg="addSp delSp modSp mod">
        <pc:chgData name="DEEKSHITH T" userId="3f7b9aa24cb8dcc2" providerId="LiveId" clId="{73876FB1-08EF-430E-9D20-00C01CC4F4AD}" dt="2026-01-30T16:51:29.669" v="1109" actId="207"/>
        <pc:sldMkLst>
          <pc:docMk/>
          <pc:sldMk cId="3204074193" sldId="279"/>
        </pc:sldMkLst>
        <pc:spChg chg="mod">
          <ac:chgData name="DEEKSHITH T" userId="3f7b9aa24cb8dcc2" providerId="LiveId" clId="{73876FB1-08EF-430E-9D20-00C01CC4F4AD}" dt="2026-01-30T16:51:29.669" v="1109" actId="207"/>
          <ac:spMkLst>
            <pc:docMk/>
            <pc:sldMk cId="3204074193" sldId="279"/>
            <ac:spMk id="2" creationId="{47461859-B55A-A6A6-28DA-6A1584812D26}"/>
          </ac:spMkLst>
        </pc:spChg>
        <pc:spChg chg="add del mod">
          <ac:chgData name="DEEKSHITH T" userId="3f7b9aa24cb8dcc2" providerId="LiveId" clId="{73876FB1-08EF-430E-9D20-00C01CC4F4AD}" dt="2026-01-30T06:17:51.574" v="312"/>
          <ac:spMkLst>
            <pc:docMk/>
            <pc:sldMk cId="3204074193" sldId="279"/>
            <ac:spMk id="6" creationId="{AFE6C8C7-823D-195E-8A20-3164C1C1F43C}"/>
          </ac:spMkLst>
        </pc:spChg>
        <pc:spChg chg="mod">
          <ac:chgData name="DEEKSHITH T" userId="3f7b9aa24cb8dcc2" providerId="LiveId" clId="{73876FB1-08EF-430E-9D20-00C01CC4F4AD}" dt="2026-01-30T16:48:47.514" v="1105" actId="13822"/>
          <ac:spMkLst>
            <pc:docMk/>
            <pc:sldMk cId="3204074193" sldId="279"/>
            <ac:spMk id="7" creationId="{8290222F-3A72-A99A-10A3-8E8D61F46DAF}"/>
          </ac:spMkLst>
        </pc:spChg>
        <pc:spChg chg="mod">
          <ac:chgData name="DEEKSHITH T" userId="3f7b9aa24cb8dcc2" providerId="LiveId" clId="{73876FB1-08EF-430E-9D20-00C01CC4F4AD}" dt="2026-01-30T16:48:33.089" v="1102" actId="13822"/>
          <ac:spMkLst>
            <pc:docMk/>
            <pc:sldMk cId="3204074193" sldId="279"/>
            <ac:spMk id="8" creationId="{857CCE5A-099E-580C-3110-5E14D9B1FA6D}"/>
          </ac:spMkLst>
        </pc:spChg>
        <pc:spChg chg="mod">
          <ac:chgData name="DEEKSHITH T" userId="3f7b9aa24cb8dcc2" providerId="LiveId" clId="{73876FB1-08EF-430E-9D20-00C01CC4F4AD}" dt="2026-01-30T16:48:43.567" v="1104" actId="13822"/>
          <ac:spMkLst>
            <pc:docMk/>
            <pc:sldMk cId="3204074193" sldId="279"/>
            <ac:spMk id="9" creationId="{6A83EEB4-C5D0-E5DC-8E48-2380B489A0C8}"/>
          </ac:spMkLst>
        </pc:spChg>
        <pc:spChg chg="mod">
          <ac:chgData name="DEEKSHITH T" userId="3f7b9aa24cb8dcc2" providerId="LiveId" clId="{73876FB1-08EF-430E-9D20-00C01CC4F4AD}" dt="2026-01-30T16:48:39.286" v="1103" actId="13822"/>
          <ac:spMkLst>
            <pc:docMk/>
            <pc:sldMk cId="3204074193" sldId="279"/>
            <ac:spMk id="10" creationId="{B8EC199D-F925-8CE0-86E9-8825C6A4D04E}"/>
          </ac:spMkLst>
        </pc:spChg>
        <pc:spChg chg="mod">
          <ac:chgData name="DEEKSHITH T" userId="3f7b9aa24cb8dcc2" providerId="LiveId" clId="{73876FB1-08EF-430E-9D20-00C01CC4F4AD}" dt="2026-01-30T16:48:23.915" v="1101" actId="13822"/>
          <ac:spMkLst>
            <pc:docMk/>
            <pc:sldMk cId="3204074193" sldId="279"/>
            <ac:spMk id="11" creationId="{2E09EC9A-8582-EC83-9240-A98E4AA75875}"/>
          </ac:spMkLst>
        </pc:spChg>
        <pc:spChg chg="add del mod">
          <ac:chgData name="DEEKSHITH T" userId="3f7b9aa24cb8dcc2" providerId="LiveId" clId="{73876FB1-08EF-430E-9D20-00C01CC4F4AD}" dt="2026-01-30T06:17:51.575" v="314"/>
          <ac:spMkLst>
            <pc:docMk/>
            <pc:sldMk cId="3204074193" sldId="279"/>
            <ac:spMk id="17" creationId="{A555C1F6-3B6E-42CF-F23B-CA69836D2C4B}"/>
          </ac:spMkLst>
        </pc:spChg>
        <pc:spChg chg="del mod">
          <ac:chgData name="DEEKSHITH T" userId="3f7b9aa24cb8dcc2" providerId="LiveId" clId="{73876FB1-08EF-430E-9D20-00C01CC4F4AD}" dt="2026-01-30T06:17:51.572" v="310"/>
          <ac:spMkLst>
            <pc:docMk/>
            <pc:sldMk cId="3204074193" sldId="279"/>
            <ac:spMk id="18" creationId="{16F15DBD-FC00-BE53-A307-D80CFD7BD4B8}"/>
          </ac:spMkLst>
        </pc:spChg>
        <pc:spChg chg="add del mod">
          <ac:chgData name="DEEKSHITH T" userId="3f7b9aa24cb8dcc2" providerId="LiveId" clId="{73876FB1-08EF-430E-9D20-00C01CC4F4AD}" dt="2026-01-30T06:18:36.116" v="326"/>
          <ac:spMkLst>
            <pc:docMk/>
            <pc:sldMk cId="3204074193" sldId="279"/>
            <ac:spMk id="19" creationId="{97087884-6A4A-3C77-ADAF-20DEBCE8239C}"/>
          </ac:spMkLst>
        </pc:spChg>
        <pc:spChg chg="add mod">
          <ac:chgData name="DEEKSHITH T" userId="3f7b9aa24cb8dcc2" providerId="LiveId" clId="{73876FB1-08EF-430E-9D20-00C01CC4F4AD}" dt="2026-01-30T06:18:41.707" v="328" actId="113"/>
          <ac:spMkLst>
            <pc:docMk/>
            <pc:sldMk cId="3204074193" sldId="279"/>
            <ac:spMk id="21" creationId="{073C3235-0B34-3989-E08B-09F92449648C}"/>
          </ac:spMkLst>
        </pc:spChg>
        <pc:cxnChg chg="mod">
          <ac:chgData name="DEEKSHITH T" userId="3f7b9aa24cb8dcc2" providerId="LiveId" clId="{73876FB1-08EF-430E-9D20-00C01CC4F4AD}" dt="2026-01-30T16:46:25.749" v="1092" actId="1076"/>
          <ac:cxnSpMkLst>
            <pc:docMk/>
            <pc:sldMk cId="3204074193" sldId="279"/>
            <ac:cxnSpMk id="12" creationId="{78E73C69-0622-08DE-1304-2DD1D341DE8C}"/>
          </ac:cxnSpMkLst>
        </pc:cxnChg>
        <pc:cxnChg chg="mod">
          <ac:chgData name="DEEKSHITH T" userId="3f7b9aa24cb8dcc2" providerId="LiveId" clId="{73876FB1-08EF-430E-9D20-00C01CC4F4AD}" dt="2026-01-30T16:46:02.970" v="1087" actId="208"/>
          <ac:cxnSpMkLst>
            <pc:docMk/>
            <pc:sldMk cId="3204074193" sldId="279"/>
            <ac:cxnSpMk id="13" creationId="{745DBA96-C6F9-AC69-B387-52E146CE93A6}"/>
          </ac:cxnSpMkLst>
        </pc:cxnChg>
        <pc:cxnChg chg="mod">
          <ac:chgData name="DEEKSHITH T" userId="3f7b9aa24cb8dcc2" providerId="LiveId" clId="{73876FB1-08EF-430E-9D20-00C01CC4F4AD}" dt="2026-01-30T16:45:56.853" v="1086" actId="208"/>
          <ac:cxnSpMkLst>
            <pc:docMk/>
            <pc:sldMk cId="3204074193" sldId="279"/>
            <ac:cxnSpMk id="14" creationId="{35C5FBBB-F9A0-E904-E27E-171F71471D90}"/>
          </ac:cxnSpMkLst>
        </pc:cxnChg>
        <pc:cxnChg chg="mod">
          <ac:chgData name="DEEKSHITH T" userId="3f7b9aa24cb8dcc2" providerId="LiveId" clId="{73876FB1-08EF-430E-9D20-00C01CC4F4AD}" dt="2026-01-30T16:46:13.294" v="1089" actId="208"/>
          <ac:cxnSpMkLst>
            <pc:docMk/>
            <pc:sldMk cId="3204074193" sldId="279"/>
            <ac:cxnSpMk id="15" creationId="{028E5F55-8A7F-9FC5-3388-BA135A492DF0}"/>
          </ac:cxnSpMkLst>
        </pc:cxnChg>
      </pc:sldChg>
      <pc:sldChg chg="modSp mod">
        <pc:chgData name="DEEKSHITH T" userId="3f7b9aa24cb8dcc2" providerId="LiveId" clId="{73876FB1-08EF-430E-9D20-00C01CC4F4AD}" dt="2026-01-30T18:03:23.099" v="1564" actId="14100"/>
        <pc:sldMkLst>
          <pc:docMk/>
          <pc:sldMk cId="2797836939" sldId="280"/>
        </pc:sldMkLst>
        <pc:spChg chg="mod">
          <ac:chgData name="DEEKSHITH T" userId="3f7b9aa24cb8dcc2" providerId="LiveId" clId="{73876FB1-08EF-430E-9D20-00C01CC4F4AD}" dt="2026-01-30T18:01:39.260" v="1549" actId="207"/>
          <ac:spMkLst>
            <pc:docMk/>
            <pc:sldMk cId="2797836939" sldId="280"/>
            <ac:spMk id="2" creationId="{FC146938-F0E1-A949-A2A6-6D0AA3D54775}"/>
          </ac:spMkLst>
        </pc:spChg>
        <pc:spChg chg="mod">
          <ac:chgData name="DEEKSHITH T" userId="3f7b9aa24cb8dcc2" providerId="LiveId" clId="{73876FB1-08EF-430E-9D20-00C01CC4F4AD}" dt="2026-01-30T18:03:23.099" v="1564" actId="14100"/>
          <ac:spMkLst>
            <pc:docMk/>
            <pc:sldMk cId="2797836939" sldId="280"/>
            <ac:spMk id="8" creationId="{2AD7ADC1-2931-12AF-3429-DAF4FD386742}"/>
          </ac:spMkLst>
        </pc:spChg>
      </pc:sldChg>
      <pc:sldChg chg="modSp del mod">
        <pc:chgData name="DEEKSHITH T" userId="3f7b9aa24cb8dcc2" providerId="LiveId" clId="{73876FB1-08EF-430E-9D20-00C01CC4F4AD}" dt="2026-01-30T18:14:52.480" v="1620" actId="2696"/>
        <pc:sldMkLst>
          <pc:docMk/>
          <pc:sldMk cId="3659134884" sldId="281"/>
        </pc:sldMkLst>
        <pc:spChg chg="mod">
          <ac:chgData name="DEEKSHITH T" userId="3f7b9aa24cb8dcc2" providerId="LiveId" clId="{73876FB1-08EF-430E-9D20-00C01CC4F4AD}" dt="2026-01-30T16:23:21.678" v="762" actId="1076"/>
          <ac:spMkLst>
            <pc:docMk/>
            <pc:sldMk cId="3659134884" sldId="281"/>
            <ac:spMk id="2" creationId="{AA5015A9-5A38-77C7-14C3-9A5ECD9350C8}"/>
          </ac:spMkLst>
        </pc:spChg>
      </pc:sldChg>
      <pc:sldChg chg="addSp delSp modSp new del mod">
        <pc:chgData name="DEEKSHITH T" userId="3f7b9aa24cb8dcc2" providerId="LiveId" clId="{73876FB1-08EF-430E-9D20-00C01CC4F4AD}" dt="2026-01-30T16:55:06.230" v="1121" actId="2696"/>
        <pc:sldMkLst>
          <pc:docMk/>
          <pc:sldMk cId="90289433" sldId="282"/>
        </pc:sldMkLst>
        <pc:picChg chg="add del">
          <ac:chgData name="DEEKSHITH T" userId="3f7b9aa24cb8dcc2" providerId="LiveId" clId="{73876FB1-08EF-430E-9D20-00C01CC4F4AD}" dt="2026-01-30T10:45:55.240" v="545" actId="22"/>
          <ac:picMkLst>
            <pc:docMk/>
            <pc:sldMk cId="90289433" sldId="282"/>
            <ac:picMk id="4" creationId="{5549B21B-F810-65DF-094B-71B7B6A6F133}"/>
          </ac:picMkLst>
        </pc:picChg>
        <pc:picChg chg="add del mod modCrop">
          <ac:chgData name="DEEKSHITH T" userId="3f7b9aa24cb8dcc2" providerId="LiveId" clId="{73876FB1-08EF-430E-9D20-00C01CC4F4AD}" dt="2026-01-30T10:50:25.466" v="582" actId="21"/>
          <ac:picMkLst>
            <pc:docMk/>
            <pc:sldMk cId="90289433" sldId="282"/>
            <ac:picMk id="6" creationId="{A492C43E-3BBA-9A9F-AC95-2BDE5D8CDB51}"/>
          </ac:picMkLst>
        </pc:picChg>
        <pc:picChg chg="add del mod">
          <ac:chgData name="DEEKSHITH T" userId="3f7b9aa24cb8dcc2" providerId="LiveId" clId="{73876FB1-08EF-430E-9D20-00C01CC4F4AD}" dt="2026-01-30T16:33:27.615" v="763" actId="21"/>
          <ac:picMkLst>
            <pc:docMk/>
            <pc:sldMk cId="90289433" sldId="282"/>
            <ac:picMk id="8" creationId="{B15DD652-4BE3-9D2A-82FE-41E1356A11E5}"/>
          </ac:picMkLst>
        </pc:picChg>
      </pc:sldChg>
      <pc:sldChg chg="addSp delSp modSp add mod ord">
        <pc:chgData name="DEEKSHITH T" userId="3f7b9aa24cb8dcc2" providerId="LiveId" clId="{73876FB1-08EF-430E-9D20-00C01CC4F4AD}" dt="2026-01-30T18:18:01.277" v="1654"/>
        <pc:sldMkLst>
          <pc:docMk/>
          <pc:sldMk cId="2846250624" sldId="283"/>
        </pc:sldMkLst>
        <pc:spChg chg="mod">
          <ac:chgData name="DEEKSHITH T" userId="3f7b9aa24cb8dcc2" providerId="LiveId" clId="{73876FB1-08EF-430E-9D20-00C01CC4F4AD}" dt="2026-01-30T16:52:32.552" v="1119" actId="20577"/>
          <ac:spMkLst>
            <pc:docMk/>
            <pc:sldMk cId="2846250624" sldId="283"/>
            <ac:spMk id="2" creationId="{987A5852-5F4D-C55A-B423-5A127647A28B}"/>
          </ac:spMkLst>
        </pc:spChg>
        <pc:spChg chg="add del mod">
          <ac:chgData name="DEEKSHITH T" userId="3f7b9aa24cb8dcc2" providerId="LiveId" clId="{73876FB1-08EF-430E-9D20-00C01CC4F4AD}" dt="2026-01-30T16:14:10.338" v="603"/>
          <ac:spMkLst>
            <pc:docMk/>
            <pc:sldMk cId="2846250624" sldId="283"/>
            <ac:spMk id="8" creationId="{E37AE782-3C4D-8B85-2DD0-D7A0A4C54FED}"/>
          </ac:spMkLst>
        </pc:spChg>
        <pc:spChg chg="add del mod">
          <ac:chgData name="DEEKSHITH T" userId="3f7b9aa24cb8dcc2" providerId="LiveId" clId="{73876FB1-08EF-430E-9D20-00C01CC4F4AD}" dt="2026-01-30T16:16:48.992" v="697" actId="21"/>
          <ac:spMkLst>
            <pc:docMk/>
            <pc:sldMk cId="2846250624" sldId="283"/>
            <ac:spMk id="10" creationId="{5118351A-FDD2-369D-1541-376BEC20D13B}"/>
          </ac:spMkLst>
        </pc:spChg>
        <pc:spChg chg="del mod">
          <ac:chgData name="DEEKSHITH T" userId="3f7b9aa24cb8dcc2" providerId="LiveId" clId="{73876FB1-08EF-430E-9D20-00C01CC4F4AD}" dt="2026-01-30T16:10:23.750" v="590" actId="21"/>
          <ac:spMkLst>
            <pc:docMk/>
            <pc:sldMk cId="2846250624" sldId="283"/>
            <ac:spMk id="28" creationId="{82776053-B48E-23C8-EF89-C6664B7779FE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29" creationId="{06B9B4A0-9182-48E5-3256-7B779C6D4194}"/>
          </ac:spMkLst>
        </pc:spChg>
        <pc:spChg chg="del">
          <ac:chgData name="DEEKSHITH T" userId="3f7b9aa24cb8dcc2" providerId="LiveId" clId="{73876FB1-08EF-430E-9D20-00C01CC4F4AD}" dt="2026-01-30T16:10:17.301" v="588" actId="478"/>
          <ac:spMkLst>
            <pc:docMk/>
            <pc:sldMk cId="2846250624" sldId="283"/>
            <ac:spMk id="30" creationId="{011F0B5B-20AB-C204-1B66-62FE396295E3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31" creationId="{F79B04DA-3ACA-D058-DE0C-6543359BE326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32" creationId="{BAEC1F78-A95B-6721-2B1B-4743C3927F34}"/>
          </ac:spMkLst>
        </pc:spChg>
        <pc:spChg chg="del">
          <ac:chgData name="DEEKSHITH T" userId="3f7b9aa24cb8dcc2" providerId="LiveId" clId="{73876FB1-08EF-430E-9D20-00C01CC4F4AD}" dt="2026-01-30T16:10:17.301" v="588" actId="478"/>
          <ac:spMkLst>
            <pc:docMk/>
            <pc:sldMk cId="2846250624" sldId="283"/>
            <ac:spMk id="33" creationId="{BD46F326-B8E1-02B1-44D8-E7CBFB5021ED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34" creationId="{15DF8691-FE6D-4110-DBC3-CC064EE11EF8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35" creationId="{CE2622E9-9E0D-0FFB-9749-FFCD5664B739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36" creationId="{43BE6825-57E9-DA6E-A728-24CC0EA77A60}"/>
          </ac:spMkLst>
        </pc:spChg>
        <pc:spChg chg="del">
          <ac:chgData name="DEEKSHITH T" userId="3f7b9aa24cb8dcc2" providerId="LiveId" clId="{73876FB1-08EF-430E-9D20-00C01CC4F4AD}" dt="2026-01-30T16:10:12.442" v="587" actId="478"/>
          <ac:spMkLst>
            <pc:docMk/>
            <pc:sldMk cId="2846250624" sldId="283"/>
            <ac:spMk id="37" creationId="{CF56A319-F3D8-2AF8-AFDA-8317091DA554}"/>
          </ac:spMkLst>
        </pc:spChg>
        <pc:picChg chg="add mod modCrop">
          <ac:chgData name="DEEKSHITH T" userId="3f7b9aa24cb8dcc2" providerId="LiveId" clId="{73876FB1-08EF-430E-9D20-00C01CC4F4AD}" dt="2026-01-30T16:52:42.082" v="1120" actId="1076"/>
          <ac:picMkLst>
            <pc:docMk/>
            <pc:sldMk cId="2846250624" sldId="283"/>
            <ac:picMk id="7" creationId="{5B4523D0-95A5-E291-FA0C-32E619E7A237}"/>
          </ac:picMkLst>
        </pc:picChg>
        <pc:cxnChg chg="del mod">
          <ac:chgData name="DEEKSHITH T" userId="3f7b9aa24cb8dcc2" providerId="LiveId" clId="{73876FB1-08EF-430E-9D20-00C01CC4F4AD}" dt="2026-01-30T16:10:12.442" v="587" actId="478"/>
          <ac:cxnSpMkLst>
            <pc:docMk/>
            <pc:sldMk cId="2846250624" sldId="283"/>
            <ac:cxnSpMk id="38" creationId="{2A8BA7A1-4F2E-0DE0-6FBB-DB845B2656E5}"/>
          </ac:cxnSpMkLst>
        </pc:cxnChg>
        <pc:cxnChg chg="del mod">
          <ac:chgData name="DEEKSHITH T" userId="3f7b9aa24cb8dcc2" providerId="LiveId" clId="{73876FB1-08EF-430E-9D20-00C01CC4F4AD}" dt="2026-01-30T16:10:12.442" v="587" actId="478"/>
          <ac:cxnSpMkLst>
            <pc:docMk/>
            <pc:sldMk cId="2846250624" sldId="283"/>
            <ac:cxnSpMk id="40" creationId="{1110194D-9E39-0CA4-E732-34A07BE5D128}"/>
          </ac:cxnSpMkLst>
        </pc:cxnChg>
        <pc:cxnChg chg="del mod">
          <ac:chgData name="DEEKSHITH T" userId="3f7b9aa24cb8dcc2" providerId="LiveId" clId="{73876FB1-08EF-430E-9D20-00C01CC4F4AD}" dt="2026-01-30T16:10:12.442" v="587" actId="478"/>
          <ac:cxnSpMkLst>
            <pc:docMk/>
            <pc:sldMk cId="2846250624" sldId="283"/>
            <ac:cxnSpMk id="47" creationId="{E62C7C6C-62FD-35C0-D3A3-17B98227D234}"/>
          </ac:cxnSpMkLst>
        </pc:cxnChg>
      </pc:sldChg>
      <pc:sldChg chg="addSp delSp modSp add mod">
        <pc:chgData name="DEEKSHITH T" userId="3f7b9aa24cb8dcc2" providerId="LiveId" clId="{73876FB1-08EF-430E-9D20-00C01CC4F4AD}" dt="2026-01-30T17:14:04.794" v="1217" actId="1076"/>
        <pc:sldMkLst>
          <pc:docMk/>
          <pc:sldMk cId="3061832908" sldId="284"/>
        </pc:sldMkLst>
        <pc:spChg chg="mod">
          <ac:chgData name="DEEKSHITH T" userId="3f7b9aa24cb8dcc2" providerId="LiveId" clId="{73876FB1-08EF-430E-9D20-00C01CC4F4AD}" dt="2026-01-30T16:44:59.932" v="1081" actId="207"/>
          <ac:spMkLst>
            <pc:docMk/>
            <pc:sldMk cId="3061832908" sldId="284"/>
            <ac:spMk id="2" creationId="{D10F17CB-F6BB-2716-271F-ECC3278AF77F}"/>
          </ac:spMkLst>
        </pc:spChg>
        <pc:spChg chg="mod">
          <ac:chgData name="DEEKSHITH T" userId="3f7b9aa24cb8dcc2" providerId="LiveId" clId="{73876FB1-08EF-430E-9D20-00C01CC4F4AD}" dt="2026-01-30T17:14:04.794" v="1217" actId="1076"/>
          <ac:spMkLst>
            <pc:docMk/>
            <pc:sldMk cId="3061832908" sldId="284"/>
            <ac:spMk id="6" creationId="{0B31B01D-898B-BE55-F1FA-3E38D75D81BF}"/>
          </ac:spMkLst>
        </pc:spChg>
        <pc:picChg chg="del">
          <ac:chgData name="DEEKSHITH T" userId="3f7b9aa24cb8dcc2" providerId="LiveId" clId="{73876FB1-08EF-430E-9D20-00C01CC4F4AD}" dt="2026-01-30T16:35:38.379" v="765" actId="21"/>
          <ac:picMkLst>
            <pc:docMk/>
            <pc:sldMk cId="3061832908" sldId="284"/>
            <ac:picMk id="7" creationId="{AEFC3F24-CBCE-734B-A471-ED6EEC52C308}"/>
          </ac:picMkLst>
        </pc:picChg>
        <pc:picChg chg="add del mod modCrop">
          <ac:chgData name="DEEKSHITH T" userId="3f7b9aa24cb8dcc2" providerId="LiveId" clId="{73876FB1-08EF-430E-9D20-00C01CC4F4AD}" dt="2026-01-30T17:08:59.816" v="1150" actId="21"/>
          <ac:picMkLst>
            <pc:docMk/>
            <pc:sldMk cId="3061832908" sldId="284"/>
            <ac:picMk id="10" creationId="{974673FA-2D54-C790-8A30-CBBFE07B1CE3}"/>
          </ac:picMkLst>
        </pc:picChg>
        <pc:picChg chg="add mod modCrop">
          <ac:chgData name="DEEKSHITH T" userId="3f7b9aa24cb8dcc2" providerId="LiveId" clId="{73876FB1-08EF-430E-9D20-00C01CC4F4AD}" dt="2026-01-30T17:10:11.495" v="1164" actId="1076"/>
          <ac:picMkLst>
            <pc:docMk/>
            <pc:sldMk cId="3061832908" sldId="284"/>
            <ac:picMk id="12" creationId="{D00E0E94-C82F-B278-AD37-80578B3A3A90}"/>
          </ac:picMkLst>
        </pc:picChg>
      </pc:sldChg>
      <pc:sldChg chg="addSp modSp add mod">
        <pc:chgData name="DEEKSHITH T" userId="3f7b9aa24cb8dcc2" providerId="LiveId" clId="{73876FB1-08EF-430E-9D20-00C01CC4F4AD}" dt="2026-01-30T18:28:41.631" v="1660" actId="207"/>
        <pc:sldMkLst>
          <pc:docMk/>
          <pc:sldMk cId="564126846" sldId="285"/>
        </pc:sldMkLst>
        <pc:spChg chg="mod">
          <ac:chgData name="DEEKSHITH T" userId="3f7b9aa24cb8dcc2" providerId="LiveId" clId="{73876FB1-08EF-430E-9D20-00C01CC4F4AD}" dt="2026-01-30T18:28:41.631" v="1660" actId="207"/>
          <ac:spMkLst>
            <pc:docMk/>
            <pc:sldMk cId="564126846" sldId="285"/>
            <ac:spMk id="2" creationId="{7041ED03-7239-E097-0884-5F20C03CC3EB}"/>
          </ac:spMkLst>
        </pc:spChg>
        <pc:spChg chg="mod">
          <ac:chgData name="DEEKSHITH T" userId="3f7b9aa24cb8dcc2" providerId="LiveId" clId="{73876FB1-08EF-430E-9D20-00C01CC4F4AD}" dt="2026-01-30T17:57:48.739" v="1507" actId="14100"/>
          <ac:spMkLst>
            <pc:docMk/>
            <pc:sldMk cId="564126846" sldId="285"/>
            <ac:spMk id="7" creationId="{1D27581E-DC8E-F916-F88E-4BDAE4BBEA87}"/>
          </ac:spMkLst>
        </pc:spChg>
        <pc:spChg chg="add mod">
          <ac:chgData name="DEEKSHITH T" userId="3f7b9aa24cb8dcc2" providerId="LiveId" clId="{73876FB1-08EF-430E-9D20-00C01CC4F4AD}" dt="2026-01-30T17:56:33.832" v="1494" actId="20578"/>
          <ac:spMkLst>
            <pc:docMk/>
            <pc:sldMk cId="564126846" sldId="285"/>
            <ac:spMk id="8" creationId="{79682C1A-E46A-B6E7-D6E5-D65190EC05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5049" y="250733"/>
            <a:ext cx="7501900" cy="899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4668" y="1548430"/>
            <a:ext cx="8976995" cy="3247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g"/><Relationship Id="rId5" Type="http://schemas.openxmlformats.org/officeDocument/2006/relationships/tags" Target="../tags/tag5.xml"/><Relationship Id="rId10" Type="http://schemas.openxmlformats.org/officeDocument/2006/relationships/image" Target="../media/image1.jp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10641" y="4997925"/>
            <a:ext cx="3569855" cy="1282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T. </a:t>
            </a:r>
            <a:r>
              <a:rPr lang="en-IN" sz="20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Deekshtith</a:t>
            </a: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 (192472253)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S. Nikhil (192472279)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V. Naga Nishchay(192472255)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M Supraja (192472301)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1313512"/>
            <a:ext cx="10515600" cy="361637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R="804545" algn="ctr">
              <a:lnSpc>
                <a:spcPct val="100000"/>
              </a:lnSpc>
              <a:spcBef>
                <a:spcPts val="1040"/>
              </a:spcBef>
            </a:pPr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R="804545" algn="ctr">
              <a:lnSpc>
                <a:spcPct val="100000"/>
              </a:lnSpc>
              <a:spcBef>
                <a:spcPts val="1040"/>
              </a:spcBef>
            </a:pPr>
            <a:r>
              <a:rPr sz="2800" dirty="0">
                <a:solidFill>
                  <a:schemeClr val="tx1"/>
                </a:solidFill>
                <a:latin typeface="Times New Roman"/>
                <a:cs typeface="Times New Roman"/>
              </a:rPr>
              <a:t>Capstone</a:t>
            </a:r>
            <a:r>
              <a:rPr sz="2800" spc="-4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chemeClr val="tx1"/>
                </a:solidFill>
                <a:latin typeface="Times New Roman"/>
                <a:cs typeface="Times New Roman"/>
              </a:rPr>
              <a:t>project</a:t>
            </a:r>
            <a:r>
              <a:rPr sz="2800" spc="-3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chemeClr val="tx1"/>
                </a:solidFill>
                <a:latin typeface="Times New Roman"/>
                <a:cs typeface="Times New Roman"/>
              </a:rPr>
              <a:t>presentation</a:t>
            </a:r>
            <a:endParaRPr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065" marR="5080" algn="ctr">
              <a:lnSpc>
                <a:spcPct val="150000"/>
              </a:lnSpc>
              <a:spcBef>
                <a:spcPts val="35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system(LMS)</a:t>
            </a:r>
          </a:p>
          <a:p>
            <a:pPr marL="12065" marR="5080" algn="ctr">
              <a:lnSpc>
                <a:spcPct val="150000"/>
              </a:lnSpc>
              <a:spcBef>
                <a:spcPts val="35"/>
              </a:spcBef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CSA1022</a:t>
            </a:r>
            <a:r>
              <a:rPr lang="en-US" sz="2400" b="1" spc="-40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–</a:t>
            </a:r>
            <a:r>
              <a:rPr lang="en-US" sz="2400" b="1" spc="-35" dirty="0">
                <a:solidFill>
                  <a:schemeClr val="accent6">
                    <a:lumMod val="75000"/>
                  </a:schemeClr>
                </a:solidFill>
                <a:latin typeface="Times New Roman"/>
                <a:cs typeface="Times New Roman"/>
              </a:rPr>
              <a:t> Software Engineering with Agile</a:t>
            </a:r>
            <a:endParaRPr lang="en-IN" sz="2400" dirty="0">
              <a:solidFill>
                <a:schemeClr val="accent6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5791200" algn="ctr"/>
            <a:endParaRPr lang="en-US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791200" algn="ctr"/>
            <a:endParaRPr lang="en-IN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791200" algn="ctr"/>
            <a:endParaRPr lang="en-IN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791200" algn="ctr"/>
            <a:r>
              <a:rPr b="1" dirty="0">
                <a:solidFill>
                  <a:schemeClr val="tx1"/>
                </a:solidFill>
                <a:latin typeface="Times New Roman"/>
                <a:cs typeface="Times New Roman"/>
              </a:rPr>
              <a:t>Presented</a:t>
            </a:r>
            <a:r>
              <a:rPr b="1" spc="-4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b="1" spc="-25" dirty="0">
                <a:solidFill>
                  <a:schemeClr val="tx1"/>
                </a:solidFill>
                <a:latin typeface="Times New Roman"/>
                <a:cs typeface="Times New Roman"/>
              </a:rPr>
              <a:t>by:</a:t>
            </a:r>
            <a:endParaRPr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4331" y="4682454"/>
            <a:ext cx="3297239" cy="1592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Guided</a:t>
            </a:r>
            <a:r>
              <a:rPr lang="en-US" b="1" spc="-114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b="1" spc="-25" dirty="0">
                <a:solidFill>
                  <a:schemeClr val="tx1"/>
                </a:solidFill>
                <a:latin typeface="Times New Roman"/>
                <a:cs typeface="Times New Roman"/>
              </a:rPr>
              <a:t>By: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2000" spc="-25" dirty="0">
                <a:latin typeface="Times New Roman"/>
                <a:cs typeface="Times New Roman"/>
              </a:rPr>
              <a:t>Dr. S Ashok Kumar</a:t>
            </a:r>
            <a:endParaRPr lang="en-US" sz="2000" b="1" spc="-25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25" dirty="0">
                <a:latin typeface="Times New Roman"/>
                <a:cs typeface="Times New Roman"/>
              </a:rPr>
              <a:t>Dr. Pandi Kumar</a:t>
            </a:r>
            <a:br>
              <a:rPr lang="en-US" sz="2400" spc="-25" dirty="0">
                <a:latin typeface="Times New Roman"/>
                <a:cs typeface="Times New Roman"/>
              </a:rPr>
            </a:b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81978" y="475651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SIMATS</a:t>
            </a:r>
            <a:r>
              <a:rPr sz="2800" spc="-145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9" name="object 9"/>
          <p:cNvSpPr txBox="1"/>
          <p:nvPr/>
        </p:nvSpPr>
        <p:spPr>
          <a:xfrm>
            <a:off x="3411443" y="996012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SAVEETHA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MEDICAL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spc="-10" dirty="0">
                <a:latin typeface="Times New Roman"/>
                <a:cs typeface="Times New Roman"/>
              </a:rPr>
              <a:t>TECHNICAL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2399" y="631277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204851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accent6">
                    <a:lumMod val="75000"/>
                  </a:schemeClr>
                </a:solidFill>
              </a:rPr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7D335-6F24-3B8E-9636-239BABBA4A03}"/>
              </a:ext>
            </a:extLst>
          </p:cNvPr>
          <p:cNvSpPr txBox="1"/>
          <p:nvPr/>
        </p:nvSpPr>
        <p:spPr>
          <a:xfrm>
            <a:off x="1219200" y="3886200"/>
            <a:ext cx="982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E8CAD47-2551-B68B-691A-5ECAAA42F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A39CC3-824D-6DFC-4D9F-71481C2BB338}"/>
              </a:ext>
            </a:extLst>
          </p:cNvPr>
          <p:cNvSpPr txBox="1"/>
          <p:nvPr/>
        </p:nvSpPr>
        <p:spPr>
          <a:xfrm>
            <a:off x="1492467" y="2021041"/>
            <a:ext cx="9389898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web-based Learning Management System (LMS) designed to help educational institutions manage courses and digital learning activities efficiently.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instructors to create courses, upload learning materials, conduct quizzes, and assign tasks.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assessment and reporting features to track student performance and learning outcomes.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the Iterative Model with emphasis on UI/UX design to enhance the overall digital learning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3453" y="457443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24638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A80005-F05D-7927-3338-FDE2E5E46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586669"/>
              </p:ext>
            </p:extLst>
          </p:nvPr>
        </p:nvGraphicFramePr>
        <p:xfrm>
          <a:off x="1160545" y="1807163"/>
          <a:ext cx="9870910" cy="44240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4078">
                  <a:extLst>
                    <a:ext uri="{9D8B030D-6E8A-4147-A177-3AD203B41FA5}">
                      <a16:colId xmlns:a16="http://schemas.microsoft.com/office/drawing/2014/main" val="2021679336"/>
                    </a:ext>
                  </a:extLst>
                </a:gridCol>
                <a:gridCol w="6546832">
                  <a:extLst>
                    <a:ext uri="{9D8B030D-6E8A-4147-A177-3AD203B41FA5}">
                      <a16:colId xmlns:a16="http://schemas.microsoft.com/office/drawing/2014/main" val="902587700"/>
                    </a:ext>
                  </a:extLst>
                </a:gridCol>
              </a:tblGrid>
              <a:tr h="45517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20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2000" b="1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</a:t>
                      </a:r>
                      <a:endParaRPr lang="en-IN" sz="200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935151"/>
                  </a:ext>
                </a:extLst>
              </a:tr>
              <a:tr h="883983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endParaRPr sz="18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sap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 user-friendly LMS interface that supports course creation, content management, assessments, and reporting for institutions.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486431"/>
                  </a:ext>
                </a:extLst>
              </a:tr>
              <a:tr h="8877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Integrate</a:t>
                      </a:r>
                      <a:endParaRPr sz="18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sap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 different course types, assessment methods, and user roles (admin, instructor, student) into a single centralized system.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22360"/>
                  </a:ext>
                </a:extLst>
              </a:tr>
              <a:tr h="700514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Implement</a:t>
                      </a:r>
                      <a:endParaRPr sz="18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sap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the system using the Iterative Model with focus on UI/UX design.</a:t>
                      </a:r>
                      <a:endParaRPr lang="en-US" altLang="en-US" sz="1800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sap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86542"/>
                  </a:ext>
                </a:extLst>
              </a:tr>
              <a:tr h="70872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Testing</a:t>
                      </a:r>
                      <a:endParaRPr sz="1800" b="1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sap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the system for functionality, performance, and usability.</a:t>
                      </a:r>
                      <a:endParaRPr lang="en-US" altLang="en-US" sz="1800" b="0" u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Asap"/>
                        <a:cs typeface="Times New Roman" panose="02020603050405020304" pitchFamily="18" charset="0"/>
                        <a:sym typeface="Asap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890089"/>
                  </a:ext>
                </a:extLst>
              </a:tr>
              <a:tr h="78794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b="1" u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Asap"/>
                          <a:cs typeface="Times New Roman" panose="02020603050405020304" pitchFamily="18" charset="0"/>
                          <a:sym typeface="Asap"/>
                        </a:rPr>
                        <a:t>Secure Entry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 secure login and role-based access to protect academic data</a:t>
                      </a:r>
                      <a:r>
                        <a:rPr lang="en-US" dirty="0"/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E746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6141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75CBEA-B9D3-2A25-DF61-01BD9167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10F17CB-F6BB-2716-271F-ECC3278AF7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7644" y="574564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accent6">
                    <a:lumMod val="75000"/>
                  </a:schemeClr>
                </a:solidFill>
              </a:rPr>
              <a:t>PROBLEM</a:t>
            </a:r>
            <a:r>
              <a:rPr spc="-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spc="-10" dirty="0">
                <a:solidFill>
                  <a:schemeClr val="accent6">
                    <a:lumMod val="75000"/>
                  </a:schemeClr>
                </a:solidFill>
              </a:rPr>
              <a:t>STATEMENT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252C4D5-53CB-F641-8D1D-277F7D015F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B80EFD8-1EE7-C3AB-7877-AB3FE837D83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03B75D5-1178-FE1A-BD3C-14F9FA6F4D3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31B01D-898B-BE55-F1FA-3E38D75D81B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0329" y="2103116"/>
            <a:ext cx="658323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1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for managing courses and learning activities.</a:t>
            </a:r>
          </a:p>
          <a:p>
            <a:pPr marL="285750" lvl="1" indent="-285750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handling content, assessments, and student performance efficiently.</a:t>
            </a:r>
          </a:p>
          <a:p>
            <a:pPr marL="2857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administrative effort due to manual or disconnected tools.</a:t>
            </a:r>
          </a:p>
          <a:p>
            <a:pPr marL="2857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user-friendly and flexible digital learning platforms.</a:t>
            </a:r>
          </a:p>
          <a:p>
            <a:pPr marL="285750" lvl="1" indent="-285750" algn="just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secure and integrated LMS to improve digital education.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4169FDB-9D80-FBC7-F455-C06859B62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0E0E94-C82F-B278-AD37-80578B3A3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5" b="7411"/>
          <a:stretch>
            <a:fillRect/>
          </a:stretch>
        </p:blipFill>
        <p:spPr>
          <a:xfrm>
            <a:off x="7683568" y="2468596"/>
            <a:ext cx="4038752" cy="228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83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5049" y="452811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WE NEED LMS?</a:t>
            </a:r>
            <a:endParaRPr spc="-1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65F86C1-3E20-8E67-F479-42E2CB554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8894ED-FA6E-4AAA-9B05-854489CB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44" y="2222499"/>
            <a:ext cx="8573711" cy="43524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CB477D-8456-09C9-10B4-11A8929209AF}"/>
              </a:ext>
            </a:extLst>
          </p:cNvPr>
          <p:cNvSpPr txBox="1"/>
          <p:nvPr/>
        </p:nvSpPr>
        <p:spPr>
          <a:xfrm>
            <a:off x="2015613" y="5211096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students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C8A507-6D90-B174-CD2D-E7C136EC2DEA}"/>
              </a:ext>
            </a:extLst>
          </p:cNvPr>
          <p:cNvSpPr txBox="1"/>
          <p:nvPr/>
        </p:nvSpPr>
        <p:spPr>
          <a:xfrm>
            <a:off x="1448200" y="2391836"/>
            <a:ext cx="3175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of partial replacement of frontal teaching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4C2686-EBD7-8CEA-E0B6-C8E71967A50B}"/>
              </a:ext>
            </a:extLst>
          </p:cNvPr>
          <p:cNvSpPr txBox="1"/>
          <p:nvPr/>
        </p:nvSpPr>
        <p:spPr>
          <a:xfrm>
            <a:off x="4929579" y="1745505"/>
            <a:ext cx="3175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student progress through all activities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9FFB48-BD8A-7218-3719-2890996D0A65}"/>
              </a:ext>
            </a:extLst>
          </p:cNvPr>
          <p:cNvSpPr txBox="1"/>
          <p:nvPr/>
        </p:nvSpPr>
        <p:spPr>
          <a:xfrm>
            <a:off x="7721868" y="2853501"/>
            <a:ext cx="3175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of course or subjects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96674-157D-5220-59D8-AD5CCB091CD9}"/>
              </a:ext>
            </a:extLst>
          </p:cNvPr>
          <p:cNvSpPr txBox="1"/>
          <p:nvPr/>
        </p:nvSpPr>
        <p:spPr>
          <a:xfrm>
            <a:off x="7721868" y="5395762"/>
            <a:ext cx="3175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of information with students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D737CA-36F0-D1EE-400E-270EE5E2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461859-B55A-A6A6-28DA-6A1584812D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5050" y="490129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METHODOLOGY</a:t>
            </a:r>
            <a:endParaRPr spc="-1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E630B86-E424-358E-78C1-91D3FE0897A4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92E768CC-533C-6DCD-87F8-846415E11F3A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45CB9C1-4ABB-AC45-2468-512B4BE3681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8290222F-3A72-A99A-10A3-8E8D61F46DA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2574" y="1879490"/>
            <a:ext cx="2743200" cy="64008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Iterative Development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57CCE5A-099E-580C-3110-5E14D9B1FA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502574" y="4359782"/>
            <a:ext cx="2743200" cy="64008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UI/UX Enhancements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6A83EEB4-C5D0-E5DC-8E48-2380B489A0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502574" y="2717170"/>
            <a:ext cx="2743200" cy="64008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Phase wise implementation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B8EC199D-F925-8CE0-86E9-8825C6A4D04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512513" y="3533396"/>
            <a:ext cx="2743200" cy="64008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Module Development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2E09EC9A-8582-EC83-9240-A98E4AA75875}"/>
              </a:ext>
            </a:extLst>
          </p:cNvPr>
          <p:cNvSpPr/>
          <p:nvPr/>
        </p:nvSpPr>
        <p:spPr>
          <a:xfrm>
            <a:off x="8502574" y="5186622"/>
            <a:ext cx="2743200" cy="64008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Testing &amp; Integration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E73C69-0622-08DE-1304-2DD1D341DE8C}"/>
              </a:ext>
            </a:extLst>
          </p:cNvPr>
          <p:cNvCxnSpPr>
            <a:stCxn id="7" idx="2"/>
            <a:endCxn id="9" idx="0"/>
          </p:cNvCxnSpPr>
          <p:nvPr>
            <p:custDataLst>
              <p:tags r:id="rId5"/>
            </p:custDataLst>
          </p:nvPr>
        </p:nvCxnSpPr>
        <p:spPr>
          <a:xfrm>
            <a:off x="9874250" y="2519680"/>
            <a:ext cx="0" cy="19748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5DBA96-C6F9-AC69-B387-52E146CE93A6}"/>
              </a:ext>
            </a:extLst>
          </p:cNvPr>
          <p:cNvCxnSpPr>
            <a:stCxn id="9" idx="2"/>
            <a:endCxn id="10" idx="0"/>
          </p:cNvCxnSpPr>
          <p:nvPr>
            <p:custDataLst>
              <p:tags r:id="rId6"/>
            </p:custDataLst>
          </p:nvPr>
        </p:nvCxnSpPr>
        <p:spPr>
          <a:xfrm>
            <a:off x="9874174" y="3357250"/>
            <a:ext cx="9939" cy="176146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C5FBBB-F9A0-E904-E27E-171F71471D90}"/>
              </a:ext>
            </a:extLst>
          </p:cNvPr>
          <p:cNvCxnSpPr>
            <a:stCxn id="10" idx="2"/>
            <a:endCxn id="8" idx="0"/>
          </p:cNvCxnSpPr>
          <p:nvPr>
            <p:custDataLst>
              <p:tags r:id="rId7"/>
            </p:custDataLst>
          </p:nvPr>
        </p:nvCxnSpPr>
        <p:spPr>
          <a:xfrm flipH="1">
            <a:off x="9874174" y="4173476"/>
            <a:ext cx="9939" cy="186306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8E5F55-8A7F-9FC5-3388-BA135A492DF0}"/>
              </a:ext>
            </a:extLst>
          </p:cNvPr>
          <p:cNvCxnSpPr>
            <a:stCxn id="8" idx="2"/>
            <a:endCxn id="11" idx="0"/>
          </p:cNvCxnSpPr>
          <p:nvPr>
            <p:custDataLst>
              <p:tags r:id="rId8"/>
            </p:custDataLst>
          </p:nvPr>
        </p:nvCxnSpPr>
        <p:spPr>
          <a:xfrm>
            <a:off x="9874250" y="4999990"/>
            <a:ext cx="0" cy="18669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3C3235-0B34-3989-E08B-09F92449648C}"/>
              </a:ext>
            </a:extLst>
          </p:cNvPr>
          <p:cNvSpPr txBox="1"/>
          <p:nvPr/>
        </p:nvSpPr>
        <p:spPr>
          <a:xfrm>
            <a:off x="1175044" y="1714225"/>
            <a:ext cx="7167707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developed using the Iterative Development Model to build the system in phases.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iteration includes analysis, design, implementation, and testing activities.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modules like course creation and content upload are developed first, followed by assessments and reports.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UI/UX improvements are incorporated in every iteration based on user feedback.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testing and integration ensure system reliability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0407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89CA1A-0812-CC49-EDE4-737E4C0A5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A2B0CD-DB14-35B5-C46E-F94DD59080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40501" y="589278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SYSTEM ARCHITECTURE</a:t>
            </a:r>
            <a:endParaRPr spc="-1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6528DD2-0FF7-E5F4-C2FD-5DAC13F864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D45D97C7-2C80-5DBA-C529-2D4D7FC99CE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2EFDA95-E57E-0129-07F2-D554E97A6B6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2462F2-D408-D546-A14B-35269F0D8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0"/>
          <a:stretch>
            <a:fillRect/>
          </a:stretch>
        </p:blipFill>
        <p:spPr>
          <a:xfrm>
            <a:off x="570011" y="2053949"/>
            <a:ext cx="11051978" cy="341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5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423219" y="263159"/>
            <a:ext cx="12344400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lang="en-US" sz="2800" spc="-50" dirty="0"/>
              <a:t>1</a:t>
            </a:r>
            <a:br>
              <a:rPr lang="en-IN" sz="2800" spc="-50" dirty="0">
                <a:solidFill>
                  <a:schemeClr val="tx2"/>
                </a:solidFill>
              </a:rPr>
            </a:br>
            <a:r>
              <a:rPr lang="en-IN" sz="2800" spc="-50" dirty="0">
                <a:solidFill>
                  <a:schemeClr val="accent6">
                    <a:lumMod val="75000"/>
                  </a:schemeClr>
                </a:solidFill>
              </a:rPr>
              <a:t>Course Creation &amp; Content Management</a:t>
            </a:r>
            <a:endParaRPr sz="2400" b="0" spc="-5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C6B610-3733-D95F-DD8C-B71D58A3F3E2}"/>
              </a:ext>
            </a:extLst>
          </p:cNvPr>
          <p:cNvSpPr txBox="1"/>
          <p:nvPr/>
        </p:nvSpPr>
        <p:spPr>
          <a:xfrm>
            <a:off x="1285990" y="1839329"/>
            <a:ext cx="6147196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and manage courses and learning content in a centralized LMS.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instructors to Create and organize courses.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and manage learning materials.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content into modules or lessons.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well-organized digital course ready for learning.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51B3D9-3184-3E8C-A6BD-42BCD201BD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2" r="7475"/>
          <a:stretch>
            <a:fillRect/>
          </a:stretch>
        </p:blipFill>
        <p:spPr>
          <a:xfrm>
            <a:off x="7138219" y="2319555"/>
            <a:ext cx="4136068" cy="3381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38478" y="263159"/>
            <a:ext cx="12672848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sz="2800" spc="-50" dirty="0"/>
              <a:t>2</a:t>
            </a:r>
            <a:br>
              <a:rPr lang="en-IN" sz="2800" spc="-50" dirty="0"/>
            </a:br>
            <a:r>
              <a:rPr lang="en-IN" sz="2800" spc="-50" dirty="0">
                <a:solidFill>
                  <a:schemeClr val="accent6">
                    <a:lumMod val="75000"/>
                  </a:schemeClr>
                </a:solidFill>
              </a:rPr>
              <a:t>Student Enrolment &amp; Learning Tracking</a:t>
            </a:r>
            <a:endParaRPr sz="2400" b="0" spc="-5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8B7A3-66CF-B0A0-01D7-3E39BF7BD7CF}"/>
              </a:ext>
            </a:extLst>
          </p:cNvPr>
          <p:cNvSpPr txBox="1"/>
          <p:nvPr/>
        </p:nvSpPr>
        <p:spPr>
          <a:xfrm>
            <a:off x="1620286" y="1848975"/>
            <a:ext cx="8703585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student enrolment and monitor learning progress within the LMS.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enroll in available courses through the LMS.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student profiles and course enrolment records.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learning progress, course completion status.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detailed and accurate record of student enrolment, progress, and learning outcomes.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8BD43A8-E753-70EB-BF63-6A021857D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934AF153-F3E2-C0AD-F9D9-AB827DE67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193395" y="263159"/>
            <a:ext cx="12039600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sz="2800" spc="-50" dirty="0"/>
              <a:t>3</a:t>
            </a:r>
            <a:br>
              <a:rPr lang="en-IN" sz="2800" spc="-50" dirty="0"/>
            </a:br>
            <a:r>
              <a:rPr lang="en-IN" sz="2800" dirty="0">
                <a:solidFill>
                  <a:schemeClr val="accent6">
                    <a:lumMod val="75000"/>
                  </a:schemeClr>
                </a:solidFill>
              </a:rPr>
              <a:t>Assessment, Quiz &amp; Feedback</a:t>
            </a:r>
            <a:endParaRPr sz="2800" b="0" spc="-5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4D917-37E2-FA90-DD47-E2C12E01F202}"/>
              </a:ext>
            </a:extLst>
          </p:cNvPr>
          <p:cNvSpPr txBox="1"/>
          <p:nvPr/>
        </p:nvSpPr>
        <p:spPr>
          <a:xfrm>
            <a:off x="1432693" y="1683471"/>
            <a:ext cx="9326614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student learning through assessments and quizzes to improve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creation of quizzes, tests, and assessments.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question types such as MCQs, descriptive questions.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evaluates quizzes and calculates scores.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understand their strengths and areas for improvement.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assessment results with meaningful feedback to support continuous learning improvement.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EE7DD39-F83C-5C28-CAAE-258E4FC77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7594A8-360C-BC4E-1373-92A97D291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41ED03-7239-E097-0884-5F20C03CC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93395" y="263159"/>
            <a:ext cx="12039600" cy="1199815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ctr">
              <a:spcBef>
                <a:spcPts val="100"/>
              </a:spcBef>
            </a:pPr>
            <a:r>
              <a:rPr sz="2800" dirty="0"/>
              <a:t>MODULE</a:t>
            </a:r>
            <a:r>
              <a:rPr sz="2800" spc="-90" dirty="0"/>
              <a:t> </a:t>
            </a:r>
            <a:r>
              <a:rPr lang="en-IN" sz="2800" dirty="0"/>
              <a:t>–</a:t>
            </a:r>
            <a:r>
              <a:rPr sz="2800" spc="-85" dirty="0"/>
              <a:t> </a:t>
            </a:r>
            <a:r>
              <a:rPr lang="en-US" sz="2800" spc="-50" dirty="0"/>
              <a:t>4</a:t>
            </a:r>
            <a:br>
              <a:rPr lang="en-IN" sz="2800" spc="-50" dirty="0"/>
            </a:br>
            <a:r>
              <a:rPr lang="en-IN" sz="2800" spc="-50" dirty="0">
                <a:solidFill>
                  <a:schemeClr val="accent6">
                    <a:lumMod val="75000"/>
                  </a:schemeClr>
                </a:solidFill>
              </a:rPr>
              <a:t>Testing, Security &amp; Deployment</a:t>
            </a:r>
            <a:endParaRPr sz="2800" b="0" spc="-5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BAAA54B-1B8C-AA19-C72A-74145906E2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4BA8D7C-3F2D-F40A-DECC-B1130B8D5A2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309EC26-94C7-958B-9B54-009F9E8A3B2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7581E-DC8E-F916-F88E-4BDAE4BBEA87}"/>
              </a:ext>
            </a:extLst>
          </p:cNvPr>
          <p:cNvSpPr txBox="1"/>
          <p:nvPr/>
        </p:nvSpPr>
        <p:spPr>
          <a:xfrm>
            <a:off x="1432693" y="1606041"/>
            <a:ext cx="9081538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LMS is reliable, secure, and ready for real-world use through proper testing and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Performs functional and performance testing to detect and fix errors.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Implements authentication and role-based access control.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security and protection of sensitive information.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Deploys the LMS for institutional use.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secure, tested, and fully deployed LMS ready for users.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1D7351-8792-7D16-3A90-BD11D8EC8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9682C1A-E46A-B6E7-D6E5-D65190EC0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12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E05A5E-177D-DE3F-A2B9-5B74C9E81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903B8CD-A1ED-FCB5-D02E-4BAEEC2AD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67041" y="201001"/>
            <a:ext cx="12039600" cy="707372"/>
          </a:xfrm>
          <a:prstGeom prst="rect">
            <a:avLst/>
          </a:prstGeom>
        </p:spPr>
        <p:txBody>
          <a:bodyPr vert="horz" wrap="square" lIns="0" tIns="334771" rIns="0" bIns="0" rtlCol="0">
            <a:spAutoFit/>
          </a:bodyPr>
          <a:lstStyle/>
          <a:p>
            <a:pPr marL="2565400" algn="l">
              <a:spcBef>
                <a:spcPts val="100"/>
              </a:spcBef>
            </a:pPr>
            <a:r>
              <a:rPr lang="en-US" sz="2400" spc="-50" dirty="0"/>
              <a:t>MODULE OUTPUTS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E04EF0C-BB85-1E38-2B15-54577686A9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54395" y="6297237"/>
            <a:ext cx="2051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/>
          </a:p>
        </p:txBody>
      </p:sp>
    </p:spTree>
    <p:extLst>
      <p:ext uri="{BB962C8B-B14F-4D97-AF65-F5344CB8AC3E}">
        <p14:creationId xmlns:p14="http://schemas.microsoft.com/office/powerpoint/2010/main" val="3696220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7DD077-F62A-37CC-0588-B4DA2689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46B467-93A5-8A69-D779-F959E527B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4495" y="507535"/>
            <a:ext cx="6847952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RESULTS &amp; DISCUSSION</a:t>
            </a:r>
            <a:endParaRPr spc="-1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8595F67-8142-DA40-14F6-310CA02FA6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4ED59B5-CA24-5CB1-EDA0-08404BA2F5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CD9CDCA-61B2-F87F-8089-A92DD03E21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CF81B6F-58BD-75E3-A09F-68EBFBFB2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6947" y="1683471"/>
            <a:ext cx="9671252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LMS successfully supports course creation, student enrolment, assessments, and learning tracking.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quizzes, tasks, and reports and reduced manual workload.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UI and secure access enhanced overall system usability and reliability.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LMS effectively addresses problems of traditional learning systems by providing a centralized platform.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integration of security and assessment modules ensures safe and outcome-based digital learning.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8650391-E2A3-092C-67A4-C783877D2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188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F774B3-B348-2882-6B39-5EA8CB75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146938-F0E1-A949-A2A6-6D0AA3D547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4495" y="507535"/>
            <a:ext cx="6847952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lang="en-US" b="1" i="0" u="none" strike="noStrike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CHALLENGES &amp; LIMITATIONS</a:t>
            </a:r>
            <a:endParaRPr spc="-1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3D0AC11-3A9F-7E25-61C9-CE66494EA2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DF2B3441-0F95-2F71-9255-D8A09BDEEA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728CEFFE-0B03-ECD2-2155-11E49DE17AC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AD7ADC1-2931-12AF-3429-DAF4FD386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035" y="1683471"/>
            <a:ext cx="9173120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user-friendly interface that suits both students and instructors.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multiple modules such as courses, assessments, and tracking into a single system.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data security and role-based access control throughout the LMS.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for handling a very large number of users simultaneously.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internet connectivity for accessing LMS features.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and AI-based recommendations are not included in the current version.</a:t>
            </a:r>
          </a:p>
        </p:txBody>
      </p:sp>
    </p:spTree>
    <p:extLst>
      <p:ext uri="{BB962C8B-B14F-4D97-AF65-F5344CB8AC3E}">
        <p14:creationId xmlns:p14="http://schemas.microsoft.com/office/powerpoint/2010/main" val="2797836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55BA3A-9ED2-E18C-C2F2-3414790F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7A5852-5F4D-C55A-B423-5A127647A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5050" y="361545"/>
            <a:ext cx="75019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13970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BENEFITS OF LMS</a:t>
            </a:r>
            <a:endParaRPr spc="-1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67DB053-D2CA-DBB8-5F7B-FAFE722212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5D3EEC59-EBF9-9CCC-EE80-978495187A7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B447DD2-8D70-E158-FF4D-56C8FDB2380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4523D0-95A5-E291-FA0C-32E619E7A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4" b="22284"/>
          <a:stretch>
            <a:fillRect/>
          </a:stretch>
        </p:blipFill>
        <p:spPr>
          <a:xfrm>
            <a:off x="1278501" y="1534508"/>
            <a:ext cx="10025590" cy="50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0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6784" y="582487"/>
            <a:ext cx="4498432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chemeClr val="accent6">
                    <a:lumMod val="75000"/>
                  </a:schemeClr>
                </a:solidFill>
              </a:rPr>
              <a:t>CONCLUSIO</a:t>
            </a:r>
            <a:r>
              <a:rPr lang="en-IN" spc="-10" dirty="0">
                <a:solidFill>
                  <a:schemeClr val="accent6">
                    <a:lumMod val="75000"/>
                  </a:schemeClr>
                </a:solidFill>
              </a:rPr>
              <a:t>N </a:t>
            </a:r>
            <a:endParaRPr spc="-1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480DA-B8D9-BC7C-A884-0CBD9D6CA103}"/>
              </a:ext>
            </a:extLst>
          </p:cNvPr>
          <p:cNvSpPr txBox="1"/>
          <p:nvPr/>
        </p:nvSpPr>
        <p:spPr>
          <a:xfrm>
            <a:off x="1522982" y="2064206"/>
            <a:ext cx="8991249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Learning Management System successfully provides a centralized platform for digital learning.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course management, student enrolment, assessments, and learning tracking.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use of the Iterative Development Model improved system quality and usability.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 and automated features reduce manual effort and errors.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LMS enhances the effectiveness and accessibility of digital education.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BAD0537-992A-4676-CEBE-339A32B95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BB2C50-82F9-4A3A-7A98-779EB8E11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5362" y="457443"/>
            <a:ext cx="3124200" cy="811247"/>
          </a:xfrm>
          <a:prstGeom prst="rect">
            <a:avLst/>
          </a:prstGeom>
        </p:spPr>
        <p:txBody>
          <a:bodyPr vert="horz" wrap="square" lIns="0" tIns="315721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100"/>
              </a:spcBef>
            </a:pPr>
            <a:r>
              <a:rPr lang="en-IN" spc="-10" dirty="0">
                <a:solidFill>
                  <a:schemeClr val="accent6">
                    <a:lumMod val="75000"/>
                  </a:schemeClr>
                </a:solidFill>
              </a:rPr>
              <a:t>REFERENCES</a:t>
            </a:r>
            <a:endParaRPr spc="-1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E54BC1E-3098-D2A3-D4A6-56E8359EC69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5" cy="1342882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6761219-68BB-B4F9-6A8C-CA5E364EFD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2" cy="134288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3D8A68F-E32E-A276-88BC-3EA3FB8DC7F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160C84-E97B-61D6-3E83-9543194A677A}"/>
              </a:ext>
            </a:extLst>
          </p:cNvPr>
          <p:cNvSpPr txBox="1"/>
          <p:nvPr/>
        </p:nvSpPr>
        <p:spPr>
          <a:xfrm>
            <a:off x="1492467" y="1683207"/>
            <a:ext cx="9106708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Ian Sommerville,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Roger S. Pressman,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Practitioner’s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Ellis, R. K.,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Field Guide to Learning Management Systems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ASTD Learning Circuits.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Moodle Documentation – Learning Management System Concepts and Features.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Software Engineering Standards and Documentation Guidelines.</a:t>
            </a:r>
          </a:p>
        </p:txBody>
      </p:sp>
    </p:spTree>
    <p:extLst>
      <p:ext uri="{BB962C8B-B14F-4D97-AF65-F5344CB8AC3E}">
        <p14:creationId xmlns:p14="http://schemas.microsoft.com/office/powerpoint/2010/main" val="3440509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2286" y="393171"/>
            <a:ext cx="1520112" cy="13428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501648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03367" y="1736053"/>
            <a:ext cx="7858919" cy="37315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0.40866141732283,&quot;left&quot;:669.4940157480315,&quot;top&quot;:147.99133858267717,&quot;width&quot;:216.0000000000000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</TotalTime>
  <Words>1000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SIMATS ENGINEERING</vt:lpstr>
      <vt:lpstr>INTRODUCTION</vt:lpstr>
      <vt:lpstr>OBJECTIVES</vt:lpstr>
      <vt:lpstr>PROBLEM STATEMENT</vt:lpstr>
      <vt:lpstr>WHY WE NEED LMS?</vt:lpstr>
      <vt:lpstr>METHODOLOGY</vt:lpstr>
      <vt:lpstr>SYSTEM ARCHITECTURE</vt:lpstr>
      <vt:lpstr>MODULE – 1 Course Creation &amp; Content Management</vt:lpstr>
      <vt:lpstr>MODULE – 2 Student Enrolment &amp; Learning Tracking</vt:lpstr>
      <vt:lpstr>MODULE – 3 Assessment, Quiz &amp; Feedback</vt:lpstr>
      <vt:lpstr>MODULE – 4 Testing, Security &amp; Deployment</vt:lpstr>
      <vt:lpstr>MODULE OUTPUTS</vt:lpstr>
      <vt:lpstr>RESULTS &amp; DISCUSSION</vt:lpstr>
      <vt:lpstr>CHALLENGES &amp; LIMITATIONS</vt:lpstr>
      <vt:lpstr>BENEFITS OF LMS</vt:lpstr>
      <vt:lpstr>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DEEKSHITH</dc:creator>
  <cp:lastModifiedBy>DEEKSHITH T</cp:lastModifiedBy>
  <cp:revision>6</cp:revision>
  <dcterms:created xsi:type="dcterms:W3CDTF">2025-11-16T15:22:51Z</dcterms:created>
  <dcterms:modified xsi:type="dcterms:W3CDTF">2026-01-30T18:28:47Z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2025-11-16T00:00:00Z</vt:filetime>
  </property>
</Properties>
</file>